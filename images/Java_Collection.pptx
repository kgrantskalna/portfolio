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5" r:id="rId5"/>
    <p:sldMasterId id="2147483669" r:id="rId6"/>
  </p:sldMasterIdLst>
  <p:sldIdLst>
    <p:sldId id="309" r:id="rId7"/>
    <p:sldId id="312" r:id="rId8"/>
    <p:sldId id="298" r:id="rId9"/>
    <p:sldId id="313" r:id="rId10"/>
    <p:sldId id="314" r:id="rId11"/>
    <p:sldId id="292" r:id="rId12"/>
    <p:sldId id="286" r:id="rId13"/>
    <p:sldId id="288" r:id="rId14"/>
    <p:sldId id="289" r:id="rId15"/>
    <p:sldId id="290" r:id="rId16"/>
    <p:sldId id="301" r:id="rId17"/>
    <p:sldId id="315" r:id="rId18"/>
    <p:sldId id="320" r:id="rId19"/>
    <p:sldId id="319" r:id="rId20"/>
    <p:sldId id="321" r:id="rId21"/>
    <p:sldId id="322" r:id="rId22"/>
  </p:sldIdLst>
  <p:sldSz cx="9144000" cy="6858000" type="screen4x3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62" autoAdjust="0"/>
    <p:restoredTop sz="94660"/>
  </p:normalViewPr>
  <p:slideViewPr>
    <p:cSldViewPr>
      <p:cViewPr varScale="1">
        <p:scale>
          <a:sx n="63" d="100"/>
          <a:sy n="63" d="100"/>
        </p:scale>
        <p:origin x="78" y="7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DD0827-050C-4A8C-8111-06BE629EAB6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v-LV"/>
        </a:p>
      </dgm:t>
    </dgm:pt>
    <dgm:pt modelId="{366C2834-FD9F-40D7-992E-456A8A52CDDE}">
      <dgm:prSet phldrT="[Teksts]"/>
      <dgm:spPr/>
      <dgm:t>
        <a:bodyPr/>
        <a:lstStyle/>
        <a:p>
          <a:r>
            <a:rPr lang="lv-LV" dirty="0"/>
            <a:t>Dobele</a:t>
          </a:r>
        </a:p>
      </dgm:t>
    </dgm:pt>
    <dgm:pt modelId="{4B7F6D43-45C5-422D-B674-46D7CCE13832}" type="parTrans" cxnId="{E4667B78-C2F4-4954-B12C-5BB20EEC933B}">
      <dgm:prSet/>
      <dgm:spPr/>
      <dgm:t>
        <a:bodyPr/>
        <a:lstStyle/>
        <a:p>
          <a:endParaRPr lang="lv-LV"/>
        </a:p>
      </dgm:t>
    </dgm:pt>
    <dgm:pt modelId="{80D2D974-5E02-4B7A-844D-1E58FAB8B6E8}" type="sibTrans" cxnId="{E4667B78-C2F4-4954-B12C-5BB20EEC933B}">
      <dgm:prSet/>
      <dgm:spPr/>
      <dgm:t>
        <a:bodyPr/>
        <a:lstStyle/>
        <a:p>
          <a:endParaRPr lang="lv-LV"/>
        </a:p>
      </dgm:t>
    </dgm:pt>
    <dgm:pt modelId="{FED751EA-461E-4F45-8F87-3B4174520867}">
      <dgm:prSet phldrT="[Teksts]"/>
      <dgm:spPr/>
      <dgm:t>
        <a:bodyPr/>
        <a:lstStyle/>
        <a:p>
          <a:r>
            <a:rPr lang="lv-LV" dirty="0"/>
            <a:t>Cēsis</a:t>
          </a:r>
        </a:p>
      </dgm:t>
    </dgm:pt>
    <dgm:pt modelId="{9B94E450-D218-4BAF-9FCC-7BF3A89B0D3B}" type="parTrans" cxnId="{BD859A04-EEA0-4322-8E8B-595CB4173A62}">
      <dgm:prSet/>
      <dgm:spPr/>
      <dgm:t>
        <a:bodyPr/>
        <a:lstStyle/>
        <a:p>
          <a:endParaRPr lang="lv-LV"/>
        </a:p>
      </dgm:t>
    </dgm:pt>
    <dgm:pt modelId="{AFEB2DA2-BF7F-4B43-ABAB-B4CC099C2AF4}" type="sibTrans" cxnId="{BD859A04-EEA0-4322-8E8B-595CB4173A62}">
      <dgm:prSet/>
      <dgm:spPr/>
      <dgm:t>
        <a:bodyPr/>
        <a:lstStyle/>
        <a:p>
          <a:endParaRPr lang="lv-LV"/>
        </a:p>
      </dgm:t>
    </dgm:pt>
    <dgm:pt modelId="{4F1A623E-5BE7-466F-BD1A-7C5F9756DD15}">
      <dgm:prSet phldrT="[Teksts]"/>
      <dgm:spPr/>
      <dgm:t>
        <a:bodyPr/>
        <a:lstStyle/>
        <a:p>
          <a:r>
            <a:rPr lang="lv-LV" dirty="0"/>
            <a:t>Rīga</a:t>
          </a:r>
        </a:p>
      </dgm:t>
    </dgm:pt>
    <dgm:pt modelId="{BA73BE6D-2038-47CD-83AE-17AC6A0898AE}" type="parTrans" cxnId="{A47B8408-231C-414D-BA29-092614A7E2A3}">
      <dgm:prSet/>
      <dgm:spPr/>
      <dgm:t>
        <a:bodyPr/>
        <a:lstStyle/>
        <a:p>
          <a:endParaRPr lang="lv-LV"/>
        </a:p>
      </dgm:t>
    </dgm:pt>
    <dgm:pt modelId="{D6F154F9-03BF-4C3C-8D5F-D3B09B34C094}" type="sibTrans" cxnId="{A47B8408-231C-414D-BA29-092614A7E2A3}">
      <dgm:prSet/>
      <dgm:spPr/>
      <dgm:t>
        <a:bodyPr/>
        <a:lstStyle/>
        <a:p>
          <a:endParaRPr lang="lv-LV"/>
        </a:p>
      </dgm:t>
    </dgm:pt>
    <dgm:pt modelId="{AAEA1994-3099-471B-9956-0319631C8E2E}">
      <dgm:prSet/>
      <dgm:spPr/>
      <dgm:t>
        <a:bodyPr/>
        <a:lstStyle/>
        <a:p>
          <a:r>
            <a:rPr lang="lv-LV" dirty="0"/>
            <a:t>Jelgava</a:t>
          </a:r>
        </a:p>
      </dgm:t>
    </dgm:pt>
    <dgm:pt modelId="{B919BCBA-BFC9-4275-82E4-206F2401D300}" type="parTrans" cxnId="{C67FC7D3-7424-419E-98B1-7F573ECCE77D}">
      <dgm:prSet/>
      <dgm:spPr/>
      <dgm:t>
        <a:bodyPr/>
        <a:lstStyle/>
        <a:p>
          <a:endParaRPr lang="lv-LV"/>
        </a:p>
      </dgm:t>
    </dgm:pt>
    <dgm:pt modelId="{B7DA01D2-C682-4E58-AF08-2398F988257D}" type="sibTrans" cxnId="{C67FC7D3-7424-419E-98B1-7F573ECCE77D}">
      <dgm:prSet/>
      <dgm:spPr/>
      <dgm:t>
        <a:bodyPr/>
        <a:lstStyle/>
        <a:p>
          <a:endParaRPr lang="lv-LV"/>
        </a:p>
      </dgm:t>
    </dgm:pt>
    <dgm:pt modelId="{15A1D13C-9345-4E2D-BA52-1E732C095D23}">
      <dgm:prSet/>
      <dgm:spPr/>
      <dgm:t>
        <a:bodyPr/>
        <a:lstStyle/>
        <a:p>
          <a:r>
            <a:rPr lang="lv-LV" dirty="0"/>
            <a:t>Talsi</a:t>
          </a:r>
        </a:p>
      </dgm:t>
    </dgm:pt>
    <dgm:pt modelId="{ACF73F4D-EDF1-4F62-BFED-43A0612233A1}" type="parTrans" cxnId="{B8CDD520-E5F9-47A5-B56D-CA45ED64C7B9}">
      <dgm:prSet/>
      <dgm:spPr/>
      <dgm:t>
        <a:bodyPr/>
        <a:lstStyle/>
        <a:p>
          <a:endParaRPr lang="lv-LV"/>
        </a:p>
      </dgm:t>
    </dgm:pt>
    <dgm:pt modelId="{F7E1333E-8454-421B-8F8A-8DA77EF7D493}" type="sibTrans" cxnId="{B8CDD520-E5F9-47A5-B56D-CA45ED64C7B9}">
      <dgm:prSet/>
      <dgm:spPr/>
      <dgm:t>
        <a:bodyPr/>
        <a:lstStyle/>
        <a:p>
          <a:endParaRPr lang="lv-LV"/>
        </a:p>
      </dgm:t>
    </dgm:pt>
    <dgm:pt modelId="{44E94AAF-4159-428E-B725-F210AA6D4820}">
      <dgm:prSet/>
      <dgm:spPr/>
      <dgm:t>
        <a:bodyPr/>
        <a:lstStyle/>
        <a:p>
          <a:r>
            <a:rPr lang="lv-LV" dirty="0"/>
            <a:t>Daugavpils</a:t>
          </a:r>
        </a:p>
      </dgm:t>
    </dgm:pt>
    <dgm:pt modelId="{EADFFACE-2332-4586-B8EC-3CF7E14015B3}" type="parTrans" cxnId="{3C1C2390-0D5C-4580-9284-12AF0742F283}">
      <dgm:prSet/>
      <dgm:spPr/>
      <dgm:t>
        <a:bodyPr/>
        <a:lstStyle/>
        <a:p>
          <a:endParaRPr lang="lv-LV"/>
        </a:p>
      </dgm:t>
    </dgm:pt>
    <dgm:pt modelId="{B76B1B8B-FAF9-4B5E-858C-BEAB097EE6F4}" type="sibTrans" cxnId="{3C1C2390-0D5C-4580-9284-12AF0742F283}">
      <dgm:prSet/>
      <dgm:spPr/>
      <dgm:t>
        <a:bodyPr/>
        <a:lstStyle/>
        <a:p>
          <a:endParaRPr lang="lv-LV"/>
        </a:p>
      </dgm:t>
    </dgm:pt>
    <dgm:pt modelId="{0419E629-7CC1-425E-ADD8-CCD282A54588}">
      <dgm:prSet/>
      <dgm:spPr/>
      <dgm:t>
        <a:bodyPr/>
        <a:lstStyle/>
        <a:p>
          <a:r>
            <a:rPr lang="lv-LV" dirty="0"/>
            <a:t>Jūrmala</a:t>
          </a:r>
        </a:p>
      </dgm:t>
    </dgm:pt>
    <dgm:pt modelId="{0C34064D-3961-4F2A-B953-CBE64E9EBC4C}" type="parTrans" cxnId="{B587E9B7-F88B-45CD-9FC0-4B4AC26096C6}">
      <dgm:prSet/>
      <dgm:spPr/>
      <dgm:t>
        <a:bodyPr/>
        <a:lstStyle/>
        <a:p>
          <a:endParaRPr lang="lv-LV"/>
        </a:p>
      </dgm:t>
    </dgm:pt>
    <dgm:pt modelId="{9F14A94C-65BF-4540-92F8-860CDBCD95D7}" type="sibTrans" cxnId="{B587E9B7-F88B-45CD-9FC0-4B4AC26096C6}">
      <dgm:prSet/>
      <dgm:spPr/>
      <dgm:t>
        <a:bodyPr/>
        <a:lstStyle/>
        <a:p>
          <a:endParaRPr lang="lv-LV"/>
        </a:p>
      </dgm:t>
    </dgm:pt>
    <dgm:pt modelId="{F69E0B69-26CA-439E-8D87-7C68E3CB7C2B}" type="pres">
      <dgm:prSet presAssocID="{76DD0827-050C-4A8C-8111-06BE629EAB6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3FF617F-CFEB-422C-B41D-5513FC428B8D}" type="pres">
      <dgm:prSet presAssocID="{366C2834-FD9F-40D7-992E-456A8A52CDDE}" presName="hierRoot1" presStyleCnt="0">
        <dgm:presLayoutVars>
          <dgm:hierBranch val="init"/>
        </dgm:presLayoutVars>
      </dgm:prSet>
      <dgm:spPr/>
    </dgm:pt>
    <dgm:pt modelId="{17A1FEFA-EF3A-43A3-A027-BD3B02D48C87}" type="pres">
      <dgm:prSet presAssocID="{366C2834-FD9F-40D7-992E-456A8A52CDDE}" presName="rootComposite1" presStyleCnt="0"/>
      <dgm:spPr/>
    </dgm:pt>
    <dgm:pt modelId="{89CE6E2D-F6F3-4896-965D-9EB759ACD77D}" type="pres">
      <dgm:prSet presAssocID="{366C2834-FD9F-40D7-992E-456A8A52CDDE}" presName="rootText1" presStyleLbl="node0" presStyleIdx="0" presStyleCnt="1">
        <dgm:presLayoutVars>
          <dgm:chPref val="3"/>
        </dgm:presLayoutVars>
      </dgm:prSet>
      <dgm:spPr/>
    </dgm:pt>
    <dgm:pt modelId="{7CB745E3-71C7-401E-8919-FF501113B2F7}" type="pres">
      <dgm:prSet presAssocID="{366C2834-FD9F-40D7-992E-456A8A52CDDE}" presName="rootConnector1" presStyleLbl="node1" presStyleIdx="0" presStyleCnt="0"/>
      <dgm:spPr/>
    </dgm:pt>
    <dgm:pt modelId="{6E292BF0-616C-439B-A64A-6FE942D9A63B}" type="pres">
      <dgm:prSet presAssocID="{366C2834-FD9F-40D7-992E-456A8A52CDDE}" presName="hierChild2" presStyleCnt="0"/>
      <dgm:spPr/>
    </dgm:pt>
    <dgm:pt modelId="{B7F909C4-00D5-421C-BAF1-B9DB28D6EC42}" type="pres">
      <dgm:prSet presAssocID="{9B94E450-D218-4BAF-9FCC-7BF3A89B0D3B}" presName="Name37" presStyleLbl="parChTrans1D2" presStyleIdx="0" presStyleCnt="2"/>
      <dgm:spPr/>
    </dgm:pt>
    <dgm:pt modelId="{E5EF118C-4EE7-400D-A5B3-098DA795134F}" type="pres">
      <dgm:prSet presAssocID="{FED751EA-461E-4F45-8F87-3B4174520867}" presName="hierRoot2" presStyleCnt="0">
        <dgm:presLayoutVars>
          <dgm:hierBranch val="init"/>
        </dgm:presLayoutVars>
      </dgm:prSet>
      <dgm:spPr/>
    </dgm:pt>
    <dgm:pt modelId="{C1F12710-7345-4F11-99F2-D7734E141E97}" type="pres">
      <dgm:prSet presAssocID="{FED751EA-461E-4F45-8F87-3B4174520867}" presName="rootComposite" presStyleCnt="0"/>
      <dgm:spPr/>
    </dgm:pt>
    <dgm:pt modelId="{99C316E2-E103-4C8E-A4AD-645BE0A770EC}" type="pres">
      <dgm:prSet presAssocID="{FED751EA-461E-4F45-8F87-3B4174520867}" presName="rootText" presStyleLbl="node2" presStyleIdx="0" presStyleCnt="2">
        <dgm:presLayoutVars>
          <dgm:chPref val="3"/>
        </dgm:presLayoutVars>
      </dgm:prSet>
      <dgm:spPr/>
    </dgm:pt>
    <dgm:pt modelId="{62105398-62D2-4485-9066-9770290E8F6B}" type="pres">
      <dgm:prSet presAssocID="{FED751EA-461E-4F45-8F87-3B4174520867}" presName="rootConnector" presStyleLbl="node2" presStyleIdx="0" presStyleCnt="2"/>
      <dgm:spPr/>
    </dgm:pt>
    <dgm:pt modelId="{D7C41D25-4571-48D9-ADEA-E6C58DF8C713}" type="pres">
      <dgm:prSet presAssocID="{FED751EA-461E-4F45-8F87-3B4174520867}" presName="hierChild4" presStyleCnt="0"/>
      <dgm:spPr/>
    </dgm:pt>
    <dgm:pt modelId="{E355915E-AB51-4764-A8B0-0D6732398FDD}" type="pres">
      <dgm:prSet presAssocID="{EADFFACE-2332-4586-B8EC-3CF7E14015B3}" presName="Name37" presStyleLbl="parChTrans1D3" presStyleIdx="0" presStyleCnt="3"/>
      <dgm:spPr/>
    </dgm:pt>
    <dgm:pt modelId="{ADF5A16F-F288-45EC-BF58-ABA38A9D8865}" type="pres">
      <dgm:prSet presAssocID="{44E94AAF-4159-428E-B725-F210AA6D4820}" presName="hierRoot2" presStyleCnt="0">
        <dgm:presLayoutVars>
          <dgm:hierBranch val="init"/>
        </dgm:presLayoutVars>
      </dgm:prSet>
      <dgm:spPr/>
    </dgm:pt>
    <dgm:pt modelId="{9C2942CE-70BF-426E-9708-72F024ACACBC}" type="pres">
      <dgm:prSet presAssocID="{44E94AAF-4159-428E-B725-F210AA6D4820}" presName="rootComposite" presStyleCnt="0"/>
      <dgm:spPr/>
    </dgm:pt>
    <dgm:pt modelId="{19554A35-26E0-4B18-AE26-45E5590AEEBC}" type="pres">
      <dgm:prSet presAssocID="{44E94AAF-4159-428E-B725-F210AA6D4820}" presName="rootText" presStyleLbl="node3" presStyleIdx="0" presStyleCnt="3">
        <dgm:presLayoutVars>
          <dgm:chPref val="3"/>
        </dgm:presLayoutVars>
      </dgm:prSet>
      <dgm:spPr/>
    </dgm:pt>
    <dgm:pt modelId="{BEAB883D-D8E3-440F-9549-12E89AF81CE1}" type="pres">
      <dgm:prSet presAssocID="{44E94AAF-4159-428E-B725-F210AA6D4820}" presName="rootConnector" presStyleLbl="node3" presStyleIdx="0" presStyleCnt="3"/>
      <dgm:spPr/>
    </dgm:pt>
    <dgm:pt modelId="{0E4C5C6B-9DEF-4D3B-B9D5-AA0A6123274F}" type="pres">
      <dgm:prSet presAssocID="{44E94AAF-4159-428E-B725-F210AA6D4820}" presName="hierChild4" presStyleCnt="0"/>
      <dgm:spPr/>
    </dgm:pt>
    <dgm:pt modelId="{58B36040-AF82-4CD0-A08D-3EADF7C6A5B4}" type="pres">
      <dgm:prSet presAssocID="{44E94AAF-4159-428E-B725-F210AA6D4820}" presName="hierChild5" presStyleCnt="0"/>
      <dgm:spPr/>
    </dgm:pt>
    <dgm:pt modelId="{29BE5AC0-3BBF-4C7B-9BA7-E41C6AE61E7B}" type="pres">
      <dgm:prSet presAssocID="{FED751EA-461E-4F45-8F87-3B4174520867}" presName="hierChild5" presStyleCnt="0"/>
      <dgm:spPr/>
    </dgm:pt>
    <dgm:pt modelId="{B35A9D01-95D5-4346-8176-05368DC4E262}" type="pres">
      <dgm:prSet presAssocID="{BA73BE6D-2038-47CD-83AE-17AC6A0898AE}" presName="Name37" presStyleLbl="parChTrans1D2" presStyleIdx="1" presStyleCnt="2"/>
      <dgm:spPr/>
    </dgm:pt>
    <dgm:pt modelId="{72B66734-368B-4048-8C94-A48E7EB03B9F}" type="pres">
      <dgm:prSet presAssocID="{4F1A623E-5BE7-466F-BD1A-7C5F9756DD15}" presName="hierRoot2" presStyleCnt="0">
        <dgm:presLayoutVars>
          <dgm:hierBranch/>
        </dgm:presLayoutVars>
      </dgm:prSet>
      <dgm:spPr/>
    </dgm:pt>
    <dgm:pt modelId="{F530C6A9-A1FA-4323-A23A-F431EDC46764}" type="pres">
      <dgm:prSet presAssocID="{4F1A623E-5BE7-466F-BD1A-7C5F9756DD15}" presName="rootComposite" presStyleCnt="0"/>
      <dgm:spPr/>
    </dgm:pt>
    <dgm:pt modelId="{AF197A75-8896-4896-9C14-E1D41A0FF32B}" type="pres">
      <dgm:prSet presAssocID="{4F1A623E-5BE7-466F-BD1A-7C5F9756DD15}" presName="rootText" presStyleLbl="node2" presStyleIdx="1" presStyleCnt="2" custLinFactNeighborX="8829" custLinFactNeighborY="-6757">
        <dgm:presLayoutVars>
          <dgm:chPref val="3"/>
        </dgm:presLayoutVars>
      </dgm:prSet>
      <dgm:spPr/>
    </dgm:pt>
    <dgm:pt modelId="{FC44CCAD-C3B2-4EF2-A4B5-0E4ADBA1D971}" type="pres">
      <dgm:prSet presAssocID="{4F1A623E-5BE7-466F-BD1A-7C5F9756DD15}" presName="rootConnector" presStyleLbl="node2" presStyleIdx="1" presStyleCnt="2"/>
      <dgm:spPr/>
    </dgm:pt>
    <dgm:pt modelId="{D51F5606-70B9-4521-B355-D16C2CD4AA04}" type="pres">
      <dgm:prSet presAssocID="{4F1A623E-5BE7-466F-BD1A-7C5F9756DD15}" presName="hierChild4" presStyleCnt="0"/>
      <dgm:spPr/>
    </dgm:pt>
    <dgm:pt modelId="{2C6C726D-488C-4CBB-97E5-0B8C709CA446}" type="pres">
      <dgm:prSet presAssocID="{B919BCBA-BFC9-4275-82E4-206F2401D300}" presName="Name35" presStyleLbl="parChTrans1D3" presStyleIdx="1" presStyleCnt="3"/>
      <dgm:spPr/>
    </dgm:pt>
    <dgm:pt modelId="{51372F38-2A5F-46A9-ACED-A4E6C9387369}" type="pres">
      <dgm:prSet presAssocID="{AAEA1994-3099-471B-9956-0319631C8E2E}" presName="hierRoot2" presStyleCnt="0">
        <dgm:presLayoutVars>
          <dgm:hierBranch val="init"/>
        </dgm:presLayoutVars>
      </dgm:prSet>
      <dgm:spPr/>
    </dgm:pt>
    <dgm:pt modelId="{B7995455-E2F3-42B3-9925-9C1BB934E5B7}" type="pres">
      <dgm:prSet presAssocID="{AAEA1994-3099-471B-9956-0319631C8E2E}" presName="rootComposite" presStyleCnt="0"/>
      <dgm:spPr/>
    </dgm:pt>
    <dgm:pt modelId="{F96FADCD-E2CF-402F-8EAD-9BC6005ED5E8}" type="pres">
      <dgm:prSet presAssocID="{AAEA1994-3099-471B-9956-0319631C8E2E}" presName="rootText" presStyleLbl="node3" presStyleIdx="1" presStyleCnt="3">
        <dgm:presLayoutVars>
          <dgm:chPref val="3"/>
        </dgm:presLayoutVars>
      </dgm:prSet>
      <dgm:spPr/>
    </dgm:pt>
    <dgm:pt modelId="{9D43C35E-7BD5-4DAC-8688-B8F527B5404C}" type="pres">
      <dgm:prSet presAssocID="{AAEA1994-3099-471B-9956-0319631C8E2E}" presName="rootConnector" presStyleLbl="node3" presStyleIdx="1" presStyleCnt="3"/>
      <dgm:spPr/>
    </dgm:pt>
    <dgm:pt modelId="{5A529F00-B46B-47E2-85FB-728277B51168}" type="pres">
      <dgm:prSet presAssocID="{AAEA1994-3099-471B-9956-0319631C8E2E}" presName="hierChild4" presStyleCnt="0"/>
      <dgm:spPr/>
    </dgm:pt>
    <dgm:pt modelId="{E4B6FB3F-C03E-40E7-9027-92D73748A79B}" type="pres">
      <dgm:prSet presAssocID="{0C34064D-3961-4F2A-B953-CBE64E9EBC4C}" presName="Name37" presStyleLbl="parChTrans1D4" presStyleIdx="0" presStyleCnt="1"/>
      <dgm:spPr/>
    </dgm:pt>
    <dgm:pt modelId="{9AF557AD-4799-464C-B711-9378D239096D}" type="pres">
      <dgm:prSet presAssocID="{0419E629-7CC1-425E-ADD8-CCD282A54588}" presName="hierRoot2" presStyleCnt="0">
        <dgm:presLayoutVars>
          <dgm:hierBranch val="init"/>
        </dgm:presLayoutVars>
      </dgm:prSet>
      <dgm:spPr/>
    </dgm:pt>
    <dgm:pt modelId="{A01032FB-A6B1-400F-B334-60A5DC71F86A}" type="pres">
      <dgm:prSet presAssocID="{0419E629-7CC1-425E-ADD8-CCD282A54588}" presName="rootComposite" presStyleCnt="0"/>
      <dgm:spPr/>
    </dgm:pt>
    <dgm:pt modelId="{9E6C8886-8A4C-4F70-AB4B-3728FA9039AE}" type="pres">
      <dgm:prSet presAssocID="{0419E629-7CC1-425E-ADD8-CCD282A54588}" presName="rootText" presStyleLbl="node4" presStyleIdx="0" presStyleCnt="1">
        <dgm:presLayoutVars>
          <dgm:chPref val="3"/>
        </dgm:presLayoutVars>
      </dgm:prSet>
      <dgm:spPr/>
    </dgm:pt>
    <dgm:pt modelId="{B12FAFA0-E245-4E86-B8AA-34AD478D96C2}" type="pres">
      <dgm:prSet presAssocID="{0419E629-7CC1-425E-ADD8-CCD282A54588}" presName="rootConnector" presStyleLbl="node4" presStyleIdx="0" presStyleCnt="1"/>
      <dgm:spPr/>
    </dgm:pt>
    <dgm:pt modelId="{292D0C9C-AA5D-41C7-90F7-BBE814056AB7}" type="pres">
      <dgm:prSet presAssocID="{0419E629-7CC1-425E-ADD8-CCD282A54588}" presName="hierChild4" presStyleCnt="0"/>
      <dgm:spPr/>
    </dgm:pt>
    <dgm:pt modelId="{2E276976-0371-4D62-9D38-FAE4EDA206F4}" type="pres">
      <dgm:prSet presAssocID="{0419E629-7CC1-425E-ADD8-CCD282A54588}" presName="hierChild5" presStyleCnt="0"/>
      <dgm:spPr/>
    </dgm:pt>
    <dgm:pt modelId="{1B8C9B5F-5411-479E-A60D-9A530C54106C}" type="pres">
      <dgm:prSet presAssocID="{AAEA1994-3099-471B-9956-0319631C8E2E}" presName="hierChild5" presStyleCnt="0"/>
      <dgm:spPr/>
    </dgm:pt>
    <dgm:pt modelId="{13777108-AB4B-4BD7-AAA1-66487D356092}" type="pres">
      <dgm:prSet presAssocID="{ACF73F4D-EDF1-4F62-BFED-43A0612233A1}" presName="Name35" presStyleLbl="parChTrans1D3" presStyleIdx="2" presStyleCnt="3"/>
      <dgm:spPr/>
    </dgm:pt>
    <dgm:pt modelId="{3DD88141-8D3A-4237-AA9A-F0C4834C15C4}" type="pres">
      <dgm:prSet presAssocID="{15A1D13C-9345-4E2D-BA52-1E732C095D23}" presName="hierRoot2" presStyleCnt="0">
        <dgm:presLayoutVars>
          <dgm:hierBranch val="init"/>
        </dgm:presLayoutVars>
      </dgm:prSet>
      <dgm:spPr/>
    </dgm:pt>
    <dgm:pt modelId="{57F6BC7F-89D0-4169-83AB-1D74207C2353}" type="pres">
      <dgm:prSet presAssocID="{15A1D13C-9345-4E2D-BA52-1E732C095D23}" presName="rootComposite" presStyleCnt="0"/>
      <dgm:spPr/>
    </dgm:pt>
    <dgm:pt modelId="{DF22FF70-B071-41D3-8453-A1C0FFC502DC}" type="pres">
      <dgm:prSet presAssocID="{15A1D13C-9345-4E2D-BA52-1E732C095D23}" presName="rootText" presStyleLbl="node3" presStyleIdx="2" presStyleCnt="3">
        <dgm:presLayoutVars>
          <dgm:chPref val="3"/>
        </dgm:presLayoutVars>
      </dgm:prSet>
      <dgm:spPr/>
    </dgm:pt>
    <dgm:pt modelId="{879D964B-98BF-420F-B01D-DE3F520D3CEA}" type="pres">
      <dgm:prSet presAssocID="{15A1D13C-9345-4E2D-BA52-1E732C095D23}" presName="rootConnector" presStyleLbl="node3" presStyleIdx="2" presStyleCnt="3"/>
      <dgm:spPr/>
    </dgm:pt>
    <dgm:pt modelId="{9C680E17-B25B-494B-AC07-58D10724A9BC}" type="pres">
      <dgm:prSet presAssocID="{15A1D13C-9345-4E2D-BA52-1E732C095D23}" presName="hierChild4" presStyleCnt="0"/>
      <dgm:spPr/>
    </dgm:pt>
    <dgm:pt modelId="{7D54ECEF-96E6-4789-AD28-97353E445152}" type="pres">
      <dgm:prSet presAssocID="{15A1D13C-9345-4E2D-BA52-1E732C095D23}" presName="hierChild5" presStyleCnt="0"/>
      <dgm:spPr/>
    </dgm:pt>
    <dgm:pt modelId="{9E43AD04-2047-45A0-B5AA-9E9971EDEA70}" type="pres">
      <dgm:prSet presAssocID="{4F1A623E-5BE7-466F-BD1A-7C5F9756DD15}" presName="hierChild5" presStyleCnt="0"/>
      <dgm:spPr/>
    </dgm:pt>
    <dgm:pt modelId="{591CD641-EFFA-45C1-8B1A-445A167EFC92}" type="pres">
      <dgm:prSet presAssocID="{366C2834-FD9F-40D7-992E-456A8A52CDDE}" presName="hierChild3" presStyleCnt="0"/>
      <dgm:spPr/>
    </dgm:pt>
  </dgm:ptLst>
  <dgm:cxnLst>
    <dgm:cxn modelId="{BD859A04-EEA0-4322-8E8B-595CB4173A62}" srcId="{366C2834-FD9F-40D7-992E-456A8A52CDDE}" destId="{FED751EA-461E-4F45-8F87-3B4174520867}" srcOrd="0" destOrd="0" parTransId="{9B94E450-D218-4BAF-9FCC-7BF3A89B0D3B}" sibTransId="{AFEB2DA2-BF7F-4B43-ABAB-B4CC099C2AF4}"/>
    <dgm:cxn modelId="{7E22BE06-A99A-4B0D-A475-CB0E06D2EF27}" type="presOf" srcId="{FED751EA-461E-4F45-8F87-3B4174520867}" destId="{62105398-62D2-4485-9066-9770290E8F6B}" srcOrd="1" destOrd="0" presId="urn:microsoft.com/office/officeart/2005/8/layout/orgChart1"/>
    <dgm:cxn modelId="{A47B8408-231C-414D-BA29-092614A7E2A3}" srcId="{366C2834-FD9F-40D7-992E-456A8A52CDDE}" destId="{4F1A623E-5BE7-466F-BD1A-7C5F9756DD15}" srcOrd="1" destOrd="0" parTransId="{BA73BE6D-2038-47CD-83AE-17AC6A0898AE}" sibTransId="{D6F154F9-03BF-4C3C-8D5F-D3B09B34C094}"/>
    <dgm:cxn modelId="{68D1B308-F93B-469C-B9B4-D1E401314A7F}" type="presOf" srcId="{4F1A623E-5BE7-466F-BD1A-7C5F9756DD15}" destId="{AF197A75-8896-4896-9C14-E1D41A0FF32B}" srcOrd="0" destOrd="0" presId="urn:microsoft.com/office/officeart/2005/8/layout/orgChart1"/>
    <dgm:cxn modelId="{CCE0F90F-30D2-4BFF-ADEA-17223E94AF35}" type="presOf" srcId="{76DD0827-050C-4A8C-8111-06BE629EAB67}" destId="{F69E0B69-26CA-439E-8D87-7C68E3CB7C2B}" srcOrd="0" destOrd="0" presId="urn:microsoft.com/office/officeart/2005/8/layout/orgChart1"/>
    <dgm:cxn modelId="{B8CDD520-E5F9-47A5-B56D-CA45ED64C7B9}" srcId="{4F1A623E-5BE7-466F-BD1A-7C5F9756DD15}" destId="{15A1D13C-9345-4E2D-BA52-1E732C095D23}" srcOrd="1" destOrd="0" parTransId="{ACF73F4D-EDF1-4F62-BFED-43A0612233A1}" sibTransId="{F7E1333E-8454-421B-8F8A-8DA77EF7D493}"/>
    <dgm:cxn modelId="{EC9F492B-BB79-428E-9880-AD4EB32D949B}" type="presOf" srcId="{0419E629-7CC1-425E-ADD8-CCD282A54588}" destId="{9E6C8886-8A4C-4F70-AB4B-3728FA9039AE}" srcOrd="0" destOrd="0" presId="urn:microsoft.com/office/officeart/2005/8/layout/orgChart1"/>
    <dgm:cxn modelId="{9E2AA332-0A3B-4A75-9DAF-739B2885590F}" type="presOf" srcId="{EADFFACE-2332-4586-B8EC-3CF7E14015B3}" destId="{E355915E-AB51-4764-A8B0-0D6732398FDD}" srcOrd="0" destOrd="0" presId="urn:microsoft.com/office/officeart/2005/8/layout/orgChart1"/>
    <dgm:cxn modelId="{E69B5F3F-4E17-473C-902B-51A7FE1060FF}" type="presOf" srcId="{366C2834-FD9F-40D7-992E-456A8A52CDDE}" destId="{7CB745E3-71C7-401E-8919-FF501113B2F7}" srcOrd="1" destOrd="0" presId="urn:microsoft.com/office/officeart/2005/8/layout/orgChart1"/>
    <dgm:cxn modelId="{6451573F-F62F-45C3-9B2E-974FBEBDBABE}" type="presOf" srcId="{366C2834-FD9F-40D7-992E-456A8A52CDDE}" destId="{89CE6E2D-F6F3-4896-965D-9EB759ACD77D}" srcOrd="0" destOrd="0" presId="urn:microsoft.com/office/officeart/2005/8/layout/orgChart1"/>
    <dgm:cxn modelId="{B9B8BD5D-206C-40CF-B801-435744AD63ED}" type="presOf" srcId="{BA73BE6D-2038-47CD-83AE-17AC6A0898AE}" destId="{B35A9D01-95D5-4346-8176-05368DC4E262}" srcOrd="0" destOrd="0" presId="urn:microsoft.com/office/officeart/2005/8/layout/orgChart1"/>
    <dgm:cxn modelId="{63531047-4E56-44EF-B210-18DA4ABE68FA}" type="presOf" srcId="{AAEA1994-3099-471B-9956-0319631C8E2E}" destId="{9D43C35E-7BD5-4DAC-8688-B8F527B5404C}" srcOrd="1" destOrd="0" presId="urn:microsoft.com/office/officeart/2005/8/layout/orgChart1"/>
    <dgm:cxn modelId="{50121D54-0212-4500-8979-544129F5118D}" type="presOf" srcId="{4F1A623E-5BE7-466F-BD1A-7C5F9756DD15}" destId="{FC44CCAD-C3B2-4EF2-A4B5-0E4ADBA1D971}" srcOrd="1" destOrd="0" presId="urn:microsoft.com/office/officeart/2005/8/layout/orgChart1"/>
    <dgm:cxn modelId="{E4667B78-C2F4-4954-B12C-5BB20EEC933B}" srcId="{76DD0827-050C-4A8C-8111-06BE629EAB67}" destId="{366C2834-FD9F-40D7-992E-456A8A52CDDE}" srcOrd="0" destOrd="0" parTransId="{4B7F6D43-45C5-422D-B674-46D7CCE13832}" sibTransId="{80D2D974-5E02-4B7A-844D-1E58FAB8B6E8}"/>
    <dgm:cxn modelId="{9AEC2F7F-7779-4B30-81E9-DC169FEB3C76}" type="presOf" srcId="{0C34064D-3961-4F2A-B953-CBE64E9EBC4C}" destId="{E4B6FB3F-C03E-40E7-9027-92D73748A79B}" srcOrd="0" destOrd="0" presId="urn:microsoft.com/office/officeart/2005/8/layout/orgChart1"/>
    <dgm:cxn modelId="{F8219786-55CE-45B3-9997-84C18DA4762D}" type="presOf" srcId="{44E94AAF-4159-428E-B725-F210AA6D4820}" destId="{19554A35-26E0-4B18-AE26-45E5590AEEBC}" srcOrd="0" destOrd="0" presId="urn:microsoft.com/office/officeart/2005/8/layout/orgChart1"/>
    <dgm:cxn modelId="{3C1C2390-0D5C-4580-9284-12AF0742F283}" srcId="{FED751EA-461E-4F45-8F87-3B4174520867}" destId="{44E94AAF-4159-428E-B725-F210AA6D4820}" srcOrd="0" destOrd="0" parTransId="{EADFFACE-2332-4586-B8EC-3CF7E14015B3}" sibTransId="{B76B1B8B-FAF9-4B5E-858C-BEAB097EE6F4}"/>
    <dgm:cxn modelId="{D92DCB91-88A0-4E05-ABC1-5733E696B470}" type="presOf" srcId="{AAEA1994-3099-471B-9956-0319631C8E2E}" destId="{F96FADCD-E2CF-402F-8EAD-9BC6005ED5E8}" srcOrd="0" destOrd="0" presId="urn:microsoft.com/office/officeart/2005/8/layout/orgChart1"/>
    <dgm:cxn modelId="{373BCC92-05CE-4064-8AE5-08C1380786C5}" type="presOf" srcId="{B919BCBA-BFC9-4275-82E4-206F2401D300}" destId="{2C6C726D-488C-4CBB-97E5-0B8C709CA446}" srcOrd="0" destOrd="0" presId="urn:microsoft.com/office/officeart/2005/8/layout/orgChart1"/>
    <dgm:cxn modelId="{9551EA95-6330-4B0C-91D5-B46E71B3391A}" type="presOf" srcId="{15A1D13C-9345-4E2D-BA52-1E732C095D23}" destId="{879D964B-98BF-420F-B01D-DE3F520D3CEA}" srcOrd="1" destOrd="0" presId="urn:microsoft.com/office/officeart/2005/8/layout/orgChart1"/>
    <dgm:cxn modelId="{7AB0B196-6EBE-44F1-98B7-5D75F4532736}" type="presOf" srcId="{FED751EA-461E-4F45-8F87-3B4174520867}" destId="{99C316E2-E103-4C8E-A4AD-645BE0A770EC}" srcOrd="0" destOrd="0" presId="urn:microsoft.com/office/officeart/2005/8/layout/orgChart1"/>
    <dgm:cxn modelId="{DC0E3FB4-E86A-4630-BAFD-132AE9906F45}" type="presOf" srcId="{ACF73F4D-EDF1-4F62-BFED-43A0612233A1}" destId="{13777108-AB4B-4BD7-AAA1-66487D356092}" srcOrd="0" destOrd="0" presId="urn:microsoft.com/office/officeart/2005/8/layout/orgChart1"/>
    <dgm:cxn modelId="{10BBD3B5-8E43-4AD8-8091-C9E2F15A24D1}" type="presOf" srcId="{44E94AAF-4159-428E-B725-F210AA6D4820}" destId="{BEAB883D-D8E3-440F-9549-12E89AF81CE1}" srcOrd="1" destOrd="0" presId="urn:microsoft.com/office/officeart/2005/8/layout/orgChart1"/>
    <dgm:cxn modelId="{B587E9B7-F88B-45CD-9FC0-4B4AC26096C6}" srcId="{AAEA1994-3099-471B-9956-0319631C8E2E}" destId="{0419E629-7CC1-425E-ADD8-CCD282A54588}" srcOrd="0" destOrd="0" parTransId="{0C34064D-3961-4F2A-B953-CBE64E9EBC4C}" sibTransId="{9F14A94C-65BF-4540-92F8-860CDBCD95D7}"/>
    <dgm:cxn modelId="{C67FC7D3-7424-419E-98B1-7F573ECCE77D}" srcId="{4F1A623E-5BE7-466F-BD1A-7C5F9756DD15}" destId="{AAEA1994-3099-471B-9956-0319631C8E2E}" srcOrd="0" destOrd="0" parTransId="{B919BCBA-BFC9-4275-82E4-206F2401D300}" sibTransId="{B7DA01D2-C682-4E58-AF08-2398F988257D}"/>
    <dgm:cxn modelId="{290F4EDC-ABCD-44EC-8159-1CD872E404A8}" type="presOf" srcId="{15A1D13C-9345-4E2D-BA52-1E732C095D23}" destId="{DF22FF70-B071-41D3-8453-A1C0FFC502DC}" srcOrd="0" destOrd="0" presId="urn:microsoft.com/office/officeart/2005/8/layout/orgChart1"/>
    <dgm:cxn modelId="{205BD8F2-55C6-4DC5-B221-367405D21ED7}" type="presOf" srcId="{0419E629-7CC1-425E-ADD8-CCD282A54588}" destId="{B12FAFA0-E245-4E86-B8AA-34AD478D96C2}" srcOrd="1" destOrd="0" presId="urn:microsoft.com/office/officeart/2005/8/layout/orgChart1"/>
    <dgm:cxn modelId="{FC3FD5F6-DDE3-4C49-B28C-9641BB5EF43F}" type="presOf" srcId="{9B94E450-D218-4BAF-9FCC-7BF3A89B0D3B}" destId="{B7F909C4-00D5-421C-BAF1-B9DB28D6EC42}" srcOrd="0" destOrd="0" presId="urn:microsoft.com/office/officeart/2005/8/layout/orgChart1"/>
    <dgm:cxn modelId="{71207228-F41A-4854-8B71-F23DE97C5A62}" type="presParOf" srcId="{F69E0B69-26CA-439E-8D87-7C68E3CB7C2B}" destId="{03FF617F-CFEB-422C-B41D-5513FC428B8D}" srcOrd="0" destOrd="0" presId="urn:microsoft.com/office/officeart/2005/8/layout/orgChart1"/>
    <dgm:cxn modelId="{16C84670-75A4-4B82-883E-BC4F74E01F13}" type="presParOf" srcId="{03FF617F-CFEB-422C-B41D-5513FC428B8D}" destId="{17A1FEFA-EF3A-43A3-A027-BD3B02D48C87}" srcOrd="0" destOrd="0" presId="urn:microsoft.com/office/officeart/2005/8/layout/orgChart1"/>
    <dgm:cxn modelId="{C2826818-3158-4ABE-85C5-0173ECAD5778}" type="presParOf" srcId="{17A1FEFA-EF3A-43A3-A027-BD3B02D48C87}" destId="{89CE6E2D-F6F3-4896-965D-9EB759ACD77D}" srcOrd="0" destOrd="0" presId="urn:microsoft.com/office/officeart/2005/8/layout/orgChart1"/>
    <dgm:cxn modelId="{AB002FC4-CD08-4CD4-936F-372D1C276D9F}" type="presParOf" srcId="{17A1FEFA-EF3A-43A3-A027-BD3B02D48C87}" destId="{7CB745E3-71C7-401E-8919-FF501113B2F7}" srcOrd="1" destOrd="0" presId="urn:microsoft.com/office/officeart/2005/8/layout/orgChart1"/>
    <dgm:cxn modelId="{CFD03A17-9690-4DD6-96C3-39A9314146B6}" type="presParOf" srcId="{03FF617F-CFEB-422C-B41D-5513FC428B8D}" destId="{6E292BF0-616C-439B-A64A-6FE942D9A63B}" srcOrd="1" destOrd="0" presId="urn:microsoft.com/office/officeart/2005/8/layout/orgChart1"/>
    <dgm:cxn modelId="{10C1BE91-65A7-4FC9-8D59-8F90C759D4A3}" type="presParOf" srcId="{6E292BF0-616C-439B-A64A-6FE942D9A63B}" destId="{B7F909C4-00D5-421C-BAF1-B9DB28D6EC42}" srcOrd="0" destOrd="0" presId="urn:microsoft.com/office/officeart/2005/8/layout/orgChart1"/>
    <dgm:cxn modelId="{7D7304EB-532D-4221-995E-35281F89D82D}" type="presParOf" srcId="{6E292BF0-616C-439B-A64A-6FE942D9A63B}" destId="{E5EF118C-4EE7-400D-A5B3-098DA795134F}" srcOrd="1" destOrd="0" presId="urn:microsoft.com/office/officeart/2005/8/layout/orgChart1"/>
    <dgm:cxn modelId="{29A2CC2E-9A40-4BC4-B115-3D23AD36129C}" type="presParOf" srcId="{E5EF118C-4EE7-400D-A5B3-098DA795134F}" destId="{C1F12710-7345-4F11-99F2-D7734E141E97}" srcOrd="0" destOrd="0" presId="urn:microsoft.com/office/officeart/2005/8/layout/orgChart1"/>
    <dgm:cxn modelId="{E0B30B1D-A902-4A6A-9862-9E24A6EF4A8A}" type="presParOf" srcId="{C1F12710-7345-4F11-99F2-D7734E141E97}" destId="{99C316E2-E103-4C8E-A4AD-645BE0A770EC}" srcOrd="0" destOrd="0" presId="urn:microsoft.com/office/officeart/2005/8/layout/orgChart1"/>
    <dgm:cxn modelId="{C3B4BD39-05F9-4AF7-B584-2FF5059C264F}" type="presParOf" srcId="{C1F12710-7345-4F11-99F2-D7734E141E97}" destId="{62105398-62D2-4485-9066-9770290E8F6B}" srcOrd="1" destOrd="0" presId="urn:microsoft.com/office/officeart/2005/8/layout/orgChart1"/>
    <dgm:cxn modelId="{EF230489-91C9-46CA-B6AE-BD743B2E9ADA}" type="presParOf" srcId="{E5EF118C-4EE7-400D-A5B3-098DA795134F}" destId="{D7C41D25-4571-48D9-ADEA-E6C58DF8C713}" srcOrd="1" destOrd="0" presId="urn:microsoft.com/office/officeart/2005/8/layout/orgChart1"/>
    <dgm:cxn modelId="{DCAF8E52-AD50-446A-B9EC-425095F3888F}" type="presParOf" srcId="{D7C41D25-4571-48D9-ADEA-E6C58DF8C713}" destId="{E355915E-AB51-4764-A8B0-0D6732398FDD}" srcOrd="0" destOrd="0" presId="urn:microsoft.com/office/officeart/2005/8/layout/orgChart1"/>
    <dgm:cxn modelId="{48B59D68-80CF-4E08-83DF-822EA7F8D15C}" type="presParOf" srcId="{D7C41D25-4571-48D9-ADEA-E6C58DF8C713}" destId="{ADF5A16F-F288-45EC-BF58-ABA38A9D8865}" srcOrd="1" destOrd="0" presId="urn:microsoft.com/office/officeart/2005/8/layout/orgChart1"/>
    <dgm:cxn modelId="{7E657D51-EAC3-4814-8AD3-DF642F376E8A}" type="presParOf" srcId="{ADF5A16F-F288-45EC-BF58-ABA38A9D8865}" destId="{9C2942CE-70BF-426E-9708-72F024ACACBC}" srcOrd="0" destOrd="0" presId="urn:microsoft.com/office/officeart/2005/8/layout/orgChart1"/>
    <dgm:cxn modelId="{9BD42456-B9EC-4311-BC61-FD4F054D329B}" type="presParOf" srcId="{9C2942CE-70BF-426E-9708-72F024ACACBC}" destId="{19554A35-26E0-4B18-AE26-45E5590AEEBC}" srcOrd="0" destOrd="0" presId="urn:microsoft.com/office/officeart/2005/8/layout/orgChart1"/>
    <dgm:cxn modelId="{32B35EFF-1849-4B77-AB25-24AFEDA7BB22}" type="presParOf" srcId="{9C2942CE-70BF-426E-9708-72F024ACACBC}" destId="{BEAB883D-D8E3-440F-9549-12E89AF81CE1}" srcOrd="1" destOrd="0" presId="urn:microsoft.com/office/officeart/2005/8/layout/orgChart1"/>
    <dgm:cxn modelId="{4313566A-8F82-4599-BC5C-167A2DA9592F}" type="presParOf" srcId="{ADF5A16F-F288-45EC-BF58-ABA38A9D8865}" destId="{0E4C5C6B-9DEF-4D3B-B9D5-AA0A6123274F}" srcOrd="1" destOrd="0" presId="urn:microsoft.com/office/officeart/2005/8/layout/orgChart1"/>
    <dgm:cxn modelId="{19BDA9C0-4F30-48B2-A43E-C3DD2644BDCF}" type="presParOf" srcId="{ADF5A16F-F288-45EC-BF58-ABA38A9D8865}" destId="{58B36040-AF82-4CD0-A08D-3EADF7C6A5B4}" srcOrd="2" destOrd="0" presId="urn:microsoft.com/office/officeart/2005/8/layout/orgChart1"/>
    <dgm:cxn modelId="{1D60CD85-1F70-4B09-B5C7-DF257DAE5139}" type="presParOf" srcId="{E5EF118C-4EE7-400D-A5B3-098DA795134F}" destId="{29BE5AC0-3BBF-4C7B-9BA7-E41C6AE61E7B}" srcOrd="2" destOrd="0" presId="urn:microsoft.com/office/officeart/2005/8/layout/orgChart1"/>
    <dgm:cxn modelId="{A3ABD3CA-D528-42D9-8C29-670CDC44C393}" type="presParOf" srcId="{6E292BF0-616C-439B-A64A-6FE942D9A63B}" destId="{B35A9D01-95D5-4346-8176-05368DC4E262}" srcOrd="2" destOrd="0" presId="urn:microsoft.com/office/officeart/2005/8/layout/orgChart1"/>
    <dgm:cxn modelId="{27CF5BDB-A9D1-4EC9-8A24-068558DD797D}" type="presParOf" srcId="{6E292BF0-616C-439B-A64A-6FE942D9A63B}" destId="{72B66734-368B-4048-8C94-A48E7EB03B9F}" srcOrd="3" destOrd="0" presId="urn:microsoft.com/office/officeart/2005/8/layout/orgChart1"/>
    <dgm:cxn modelId="{B58D9AC9-01F2-48DD-9AEB-5B95204FDAD0}" type="presParOf" srcId="{72B66734-368B-4048-8C94-A48E7EB03B9F}" destId="{F530C6A9-A1FA-4323-A23A-F431EDC46764}" srcOrd="0" destOrd="0" presId="urn:microsoft.com/office/officeart/2005/8/layout/orgChart1"/>
    <dgm:cxn modelId="{C6D96909-8E84-4696-A729-62B478B59E2E}" type="presParOf" srcId="{F530C6A9-A1FA-4323-A23A-F431EDC46764}" destId="{AF197A75-8896-4896-9C14-E1D41A0FF32B}" srcOrd="0" destOrd="0" presId="urn:microsoft.com/office/officeart/2005/8/layout/orgChart1"/>
    <dgm:cxn modelId="{511089B1-55F1-44C5-8232-96DFED22AEDA}" type="presParOf" srcId="{F530C6A9-A1FA-4323-A23A-F431EDC46764}" destId="{FC44CCAD-C3B2-4EF2-A4B5-0E4ADBA1D971}" srcOrd="1" destOrd="0" presId="urn:microsoft.com/office/officeart/2005/8/layout/orgChart1"/>
    <dgm:cxn modelId="{EFC34856-3D0A-4E00-835E-1D32F0FF3E3E}" type="presParOf" srcId="{72B66734-368B-4048-8C94-A48E7EB03B9F}" destId="{D51F5606-70B9-4521-B355-D16C2CD4AA04}" srcOrd="1" destOrd="0" presId="urn:microsoft.com/office/officeart/2005/8/layout/orgChart1"/>
    <dgm:cxn modelId="{FA3079D5-21BD-4B0D-AF56-925AE957AD02}" type="presParOf" srcId="{D51F5606-70B9-4521-B355-D16C2CD4AA04}" destId="{2C6C726D-488C-4CBB-97E5-0B8C709CA446}" srcOrd="0" destOrd="0" presId="urn:microsoft.com/office/officeart/2005/8/layout/orgChart1"/>
    <dgm:cxn modelId="{FA94F28B-7DBA-468E-A564-92818D753381}" type="presParOf" srcId="{D51F5606-70B9-4521-B355-D16C2CD4AA04}" destId="{51372F38-2A5F-46A9-ACED-A4E6C9387369}" srcOrd="1" destOrd="0" presId="urn:microsoft.com/office/officeart/2005/8/layout/orgChart1"/>
    <dgm:cxn modelId="{2B0830C9-0F04-4B42-9E90-AF33DE2C0950}" type="presParOf" srcId="{51372F38-2A5F-46A9-ACED-A4E6C9387369}" destId="{B7995455-E2F3-42B3-9925-9C1BB934E5B7}" srcOrd="0" destOrd="0" presId="urn:microsoft.com/office/officeart/2005/8/layout/orgChart1"/>
    <dgm:cxn modelId="{BDC60656-507D-48EA-9E10-51675A6B869A}" type="presParOf" srcId="{B7995455-E2F3-42B3-9925-9C1BB934E5B7}" destId="{F96FADCD-E2CF-402F-8EAD-9BC6005ED5E8}" srcOrd="0" destOrd="0" presId="urn:microsoft.com/office/officeart/2005/8/layout/orgChart1"/>
    <dgm:cxn modelId="{E39EF26B-BAE1-429D-BDBD-7A7C1B3B81D1}" type="presParOf" srcId="{B7995455-E2F3-42B3-9925-9C1BB934E5B7}" destId="{9D43C35E-7BD5-4DAC-8688-B8F527B5404C}" srcOrd="1" destOrd="0" presId="urn:microsoft.com/office/officeart/2005/8/layout/orgChart1"/>
    <dgm:cxn modelId="{61558C7E-A0AB-4590-82F5-8F788F37E4A8}" type="presParOf" srcId="{51372F38-2A5F-46A9-ACED-A4E6C9387369}" destId="{5A529F00-B46B-47E2-85FB-728277B51168}" srcOrd="1" destOrd="0" presId="urn:microsoft.com/office/officeart/2005/8/layout/orgChart1"/>
    <dgm:cxn modelId="{D07DCCA2-98E1-4E7D-9619-8D30FEEDEE8E}" type="presParOf" srcId="{5A529F00-B46B-47E2-85FB-728277B51168}" destId="{E4B6FB3F-C03E-40E7-9027-92D73748A79B}" srcOrd="0" destOrd="0" presId="urn:microsoft.com/office/officeart/2005/8/layout/orgChart1"/>
    <dgm:cxn modelId="{6F3CFCC2-5227-4863-BA17-7352D29D24BB}" type="presParOf" srcId="{5A529F00-B46B-47E2-85FB-728277B51168}" destId="{9AF557AD-4799-464C-B711-9378D239096D}" srcOrd="1" destOrd="0" presId="urn:microsoft.com/office/officeart/2005/8/layout/orgChart1"/>
    <dgm:cxn modelId="{52EAD245-DDBF-4946-BB51-45CC2BDB50EF}" type="presParOf" srcId="{9AF557AD-4799-464C-B711-9378D239096D}" destId="{A01032FB-A6B1-400F-B334-60A5DC71F86A}" srcOrd="0" destOrd="0" presId="urn:microsoft.com/office/officeart/2005/8/layout/orgChart1"/>
    <dgm:cxn modelId="{41808397-8813-43A5-AD6E-3736E12C3B19}" type="presParOf" srcId="{A01032FB-A6B1-400F-B334-60A5DC71F86A}" destId="{9E6C8886-8A4C-4F70-AB4B-3728FA9039AE}" srcOrd="0" destOrd="0" presId="urn:microsoft.com/office/officeart/2005/8/layout/orgChart1"/>
    <dgm:cxn modelId="{E594A857-D7AE-49DE-82EC-D1AA8857FA31}" type="presParOf" srcId="{A01032FB-A6B1-400F-B334-60A5DC71F86A}" destId="{B12FAFA0-E245-4E86-B8AA-34AD478D96C2}" srcOrd="1" destOrd="0" presId="urn:microsoft.com/office/officeart/2005/8/layout/orgChart1"/>
    <dgm:cxn modelId="{97C7A6F9-5C36-4C6F-A0A5-66BC0FFB92B7}" type="presParOf" srcId="{9AF557AD-4799-464C-B711-9378D239096D}" destId="{292D0C9C-AA5D-41C7-90F7-BBE814056AB7}" srcOrd="1" destOrd="0" presId="urn:microsoft.com/office/officeart/2005/8/layout/orgChart1"/>
    <dgm:cxn modelId="{44F3741D-9751-494D-B4BF-1086892169EE}" type="presParOf" srcId="{9AF557AD-4799-464C-B711-9378D239096D}" destId="{2E276976-0371-4D62-9D38-FAE4EDA206F4}" srcOrd="2" destOrd="0" presId="urn:microsoft.com/office/officeart/2005/8/layout/orgChart1"/>
    <dgm:cxn modelId="{60005415-A6BB-49D4-95B1-8361061EA77F}" type="presParOf" srcId="{51372F38-2A5F-46A9-ACED-A4E6C9387369}" destId="{1B8C9B5F-5411-479E-A60D-9A530C54106C}" srcOrd="2" destOrd="0" presId="urn:microsoft.com/office/officeart/2005/8/layout/orgChart1"/>
    <dgm:cxn modelId="{F2848B92-4602-44FA-A019-1A8761B471CD}" type="presParOf" srcId="{D51F5606-70B9-4521-B355-D16C2CD4AA04}" destId="{13777108-AB4B-4BD7-AAA1-66487D356092}" srcOrd="2" destOrd="0" presId="urn:microsoft.com/office/officeart/2005/8/layout/orgChart1"/>
    <dgm:cxn modelId="{CB214223-4C4D-4D86-A3D0-CD6D6092BE65}" type="presParOf" srcId="{D51F5606-70B9-4521-B355-D16C2CD4AA04}" destId="{3DD88141-8D3A-4237-AA9A-F0C4834C15C4}" srcOrd="3" destOrd="0" presId="urn:microsoft.com/office/officeart/2005/8/layout/orgChart1"/>
    <dgm:cxn modelId="{BE5A3DEF-93D9-4725-9F3C-69BCFBD3CB96}" type="presParOf" srcId="{3DD88141-8D3A-4237-AA9A-F0C4834C15C4}" destId="{57F6BC7F-89D0-4169-83AB-1D74207C2353}" srcOrd="0" destOrd="0" presId="urn:microsoft.com/office/officeart/2005/8/layout/orgChart1"/>
    <dgm:cxn modelId="{4C60CD38-766B-40D1-8AE5-99CB777BDB3C}" type="presParOf" srcId="{57F6BC7F-89D0-4169-83AB-1D74207C2353}" destId="{DF22FF70-B071-41D3-8453-A1C0FFC502DC}" srcOrd="0" destOrd="0" presId="urn:microsoft.com/office/officeart/2005/8/layout/orgChart1"/>
    <dgm:cxn modelId="{ABA3264F-6FAF-4393-BD28-B2F3A4A299FE}" type="presParOf" srcId="{57F6BC7F-89D0-4169-83AB-1D74207C2353}" destId="{879D964B-98BF-420F-B01D-DE3F520D3CEA}" srcOrd="1" destOrd="0" presId="urn:microsoft.com/office/officeart/2005/8/layout/orgChart1"/>
    <dgm:cxn modelId="{476656C6-F76E-4BE2-8BDE-F396898CF21C}" type="presParOf" srcId="{3DD88141-8D3A-4237-AA9A-F0C4834C15C4}" destId="{9C680E17-B25B-494B-AC07-58D10724A9BC}" srcOrd="1" destOrd="0" presId="urn:microsoft.com/office/officeart/2005/8/layout/orgChart1"/>
    <dgm:cxn modelId="{C9306479-EE1A-453B-A70C-402FB135E5C8}" type="presParOf" srcId="{3DD88141-8D3A-4237-AA9A-F0C4834C15C4}" destId="{7D54ECEF-96E6-4789-AD28-97353E445152}" srcOrd="2" destOrd="0" presId="urn:microsoft.com/office/officeart/2005/8/layout/orgChart1"/>
    <dgm:cxn modelId="{6BBC4494-910E-4A19-A5FA-45C353B3565C}" type="presParOf" srcId="{72B66734-368B-4048-8C94-A48E7EB03B9F}" destId="{9E43AD04-2047-45A0-B5AA-9E9971EDEA70}" srcOrd="2" destOrd="0" presId="urn:microsoft.com/office/officeart/2005/8/layout/orgChart1"/>
    <dgm:cxn modelId="{DA5FF4CA-FA7F-489D-BE53-E07AAC4C1E49}" type="presParOf" srcId="{03FF617F-CFEB-422C-B41D-5513FC428B8D}" destId="{591CD641-EFFA-45C1-8B1A-445A167EFC9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77108-AB4B-4BD7-AAA1-66487D356092}">
      <dsp:nvSpPr>
        <dsp:cNvPr id="0" name=""/>
        <dsp:cNvSpPr/>
      </dsp:nvSpPr>
      <dsp:spPr>
        <a:xfrm>
          <a:off x="2550153" y="1486878"/>
          <a:ext cx="496293" cy="2341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301"/>
              </a:lnTo>
              <a:lnTo>
                <a:pt x="496293" y="133301"/>
              </a:lnTo>
              <a:lnTo>
                <a:pt x="496293" y="23415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B6FB3F-C03E-40E7-9027-92D73748A79B}">
      <dsp:nvSpPr>
        <dsp:cNvPr id="0" name=""/>
        <dsp:cNvSpPr/>
      </dsp:nvSpPr>
      <dsp:spPr>
        <a:xfrm>
          <a:off x="1500061" y="2201274"/>
          <a:ext cx="144073" cy="4418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1824"/>
              </a:lnTo>
              <a:lnTo>
                <a:pt x="144073" y="44182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6C726D-488C-4CBB-97E5-0B8C709CA446}">
      <dsp:nvSpPr>
        <dsp:cNvPr id="0" name=""/>
        <dsp:cNvSpPr/>
      </dsp:nvSpPr>
      <dsp:spPr>
        <a:xfrm>
          <a:off x="1884256" y="1486878"/>
          <a:ext cx="665896" cy="234152"/>
        </a:xfrm>
        <a:custGeom>
          <a:avLst/>
          <a:gdLst/>
          <a:ahLst/>
          <a:cxnLst/>
          <a:rect l="0" t="0" r="0" b="0"/>
          <a:pathLst>
            <a:path>
              <a:moveTo>
                <a:pt x="665896" y="0"/>
              </a:moveTo>
              <a:lnTo>
                <a:pt x="665896" y="133301"/>
              </a:lnTo>
              <a:lnTo>
                <a:pt x="0" y="133301"/>
              </a:lnTo>
              <a:lnTo>
                <a:pt x="0" y="23415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5A9D01-95D5-4346-8176-05368DC4E262}">
      <dsp:nvSpPr>
        <dsp:cNvPr id="0" name=""/>
        <dsp:cNvSpPr/>
      </dsp:nvSpPr>
      <dsp:spPr>
        <a:xfrm>
          <a:off x="1473648" y="837382"/>
          <a:ext cx="1076504" cy="169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401"/>
              </a:lnTo>
              <a:lnTo>
                <a:pt x="1076504" y="68401"/>
              </a:lnTo>
              <a:lnTo>
                <a:pt x="1076504" y="1692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55915E-AB51-4764-A8B0-0D6732398FDD}">
      <dsp:nvSpPr>
        <dsp:cNvPr id="0" name=""/>
        <dsp:cNvSpPr/>
      </dsp:nvSpPr>
      <dsp:spPr>
        <a:xfrm>
          <a:off x="97750" y="1519328"/>
          <a:ext cx="144073" cy="4418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1824"/>
              </a:lnTo>
              <a:lnTo>
                <a:pt x="144073" y="44182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F909C4-00D5-421C-BAF1-B9DB28D6EC42}">
      <dsp:nvSpPr>
        <dsp:cNvPr id="0" name=""/>
        <dsp:cNvSpPr/>
      </dsp:nvSpPr>
      <dsp:spPr>
        <a:xfrm>
          <a:off x="481945" y="837382"/>
          <a:ext cx="991703" cy="201702"/>
        </a:xfrm>
        <a:custGeom>
          <a:avLst/>
          <a:gdLst/>
          <a:ahLst/>
          <a:cxnLst/>
          <a:rect l="0" t="0" r="0" b="0"/>
          <a:pathLst>
            <a:path>
              <a:moveTo>
                <a:pt x="991703" y="0"/>
              </a:moveTo>
              <a:lnTo>
                <a:pt x="991703" y="100851"/>
              </a:lnTo>
              <a:lnTo>
                <a:pt x="0" y="100851"/>
              </a:lnTo>
              <a:lnTo>
                <a:pt x="0" y="2017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CE6E2D-F6F3-4896-965D-9EB759ACD77D}">
      <dsp:nvSpPr>
        <dsp:cNvPr id="0" name=""/>
        <dsp:cNvSpPr/>
      </dsp:nvSpPr>
      <dsp:spPr>
        <a:xfrm>
          <a:off x="993404" y="357138"/>
          <a:ext cx="960487" cy="4802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1400" kern="1200" dirty="0"/>
            <a:t>Dobele</a:t>
          </a:r>
        </a:p>
      </dsp:txBody>
      <dsp:txXfrm>
        <a:off x="993404" y="357138"/>
        <a:ext cx="960487" cy="480243"/>
      </dsp:txXfrm>
    </dsp:sp>
    <dsp:sp modelId="{99C316E2-E103-4C8E-A4AD-645BE0A770EC}">
      <dsp:nvSpPr>
        <dsp:cNvPr id="0" name=""/>
        <dsp:cNvSpPr/>
      </dsp:nvSpPr>
      <dsp:spPr>
        <a:xfrm>
          <a:off x="1701" y="1039085"/>
          <a:ext cx="960487" cy="4802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1400" kern="1200" dirty="0"/>
            <a:t>Cēsis</a:t>
          </a:r>
        </a:p>
      </dsp:txBody>
      <dsp:txXfrm>
        <a:off x="1701" y="1039085"/>
        <a:ext cx="960487" cy="480243"/>
      </dsp:txXfrm>
    </dsp:sp>
    <dsp:sp modelId="{19554A35-26E0-4B18-AE26-45E5590AEEBC}">
      <dsp:nvSpPr>
        <dsp:cNvPr id="0" name=""/>
        <dsp:cNvSpPr/>
      </dsp:nvSpPr>
      <dsp:spPr>
        <a:xfrm>
          <a:off x="241823" y="1721031"/>
          <a:ext cx="960487" cy="4802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1400" kern="1200" dirty="0"/>
            <a:t>Daugavpils</a:t>
          </a:r>
        </a:p>
      </dsp:txBody>
      <dsp:txXfrm>
        <a:off x="241823" y="1721031"/>
        <a:ext cx="960487" cy="480243"/>
      </dsp:txXfrm>
    </dsp:sp>
    <dsp:sp modelId="{AF197A75-8896-4896-9C14-E1D41A0FF32B}">
      <dsp:nvSpPr>
        <dsp:cNvPr id="0" name=""/>
        <dsp:cNvSpPr/>
      </dsp:nvSpPr>
      <dsp:spPr>
        <a:xfrm>
          <a:off x="2069909" y="1006634"/>
          <a:ext cx="960487" cy="4802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1400" kern="1200" dirty="0"/>
            <a:t>Rīga</a:t>
          </a:r>
        </a:p>
      </dsp:txBody>
      <dsp:txXfrm>
        <a:off x="2069909" y="1006634"/>
        <a:ext cx="960487" cy="480243"/>
      </dsp:txXfrm>
    </dsp:sp>
    <dsp:sp modelId="{F96FADCD-E2CF-402F-8EAD-9BC6005ED5E8}">
      <dsp:nvSpPr>
        <dsp:cNvPr id="0" name=""/>
        <dsp:cNvSpPr/>
      </dsp:nvSpPr>
      <dsp:spPr>
        <a:xfrm>
          <a:off x="1404013" y="1721031"/>
          <a:ext cx="960487" cy="4802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1400" kern="1200" dirty="0"/>
            <a:t>Jelgava</a:t>
          </a:r>
        </a:p>
      </dsp:txBody>
      <dsp:txXfrm>
        <a:off x="1404013" y="1721031"/>
        <a:ext cx="960487" cy="480243"/>
      </dsp:txXfrm>
    </dsp:sp>
    <dsp:sp modelId="{9E6C8886-8A4C-4F70-AB4B-3728FA9039AE}">
      <dsp:nvSpPr>
        <dsp:cNvPr id="0" name=""/>
        <dsp:cNvSpPr/>
      </dsp:nvSpPr>
      <dsp:spPr>
        <a:xfrm>
          <a:off x="1644135" y="2402977"/>
          <a:ext cx="960487" cy="4802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1400" kern="1200" dirty="0"/>
            <a:t>Jūrmala</a:t>
          </a:r>
        </a:p>
      </dsp:txBody>
      <dsp:txXfrm>
        <a:off x="1644135" y="2402977"/>
        <a:ext cx="960487" cy="480243"/>
      </dsp:txXfrm>
    </dsp:sp>
    <dsp:sp modelId="{DF22FF70-B071-41D3-8453-A1C0FFC502DC}">
      <dsp:nvSpPr>
        <dsp:cNvPr id="0" name=""/>
        <dsp:cNvSpPr/>
      </dsp:nvSpPr>
      <dsp:spPr>
        <a:xfrm>
          <a:off x="2566203" y="1721031"/>
          <a:ext cx="960487" cy="4802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1400" kern="1200" dirty="0"/>
            <a:t>Talsi</a:t>
          </a:r>
        </a:p>
      </dsp:txBody>
      <dsp:txXfrm>
        <a:off x="2566203" y="1721031"/>
        <a:ext cx="960487" cy="480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iStock_000010182594Large1-copy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24" descr="E:\Skola\Startit_lv\Start_it_logo_prezentacijam.emf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9525" y="2408238"/>
            <a:ext cx="7073900" cy="215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7"/>
          <p:cNvSpPr>
            <a:spLocks noChangeArrowheads="1"/>
          </p:cNvSpPr>
          <p:nvPr userDrawn="1"/>
        </p:nvSpPr>
        <p:spPr bwMode="auto">
          <a:xfrm>
            <a:off x="323850" y="2703513"/>
            <a:ext cx="3486150" cy="62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/>
          <a:lstStyle/>
          <a:p>
            <a:pPr fontAlgn="base">
              <a:spcBef>
                <a:spcPct val="0"/>
              </a:spcBef>
              <a:spcAft>
                <a:spcPts val="1200"/>
              </a:spcAft>
            </a:pPr>
            <a:r>
              <a:rPr lang="en-GB" sz="1600" b="1">
                <a:solidFill>
                  <a:srgbClr val="000000"/>
                </a:solidFill>
                <a:latin typeface="Consolas" pitchFamily="49" charset="0"/>
              </a:rPr>
              <a:t>Piebiedrojies Start(IT)!</a:t>
            </a:r>
            <a:br>
              <a:rPr lang="en-GB" sz="1600" b="1">
                <a:solidFill>
                  <a:srgbClr val="000000"/>
                </a:solidFill>
                <a:latin typeface="Consolas" pitchFamily="49" charset="0"/>
              </a:rPr>
            </a:br>
            <a:r>
              <a:rPr lang="en-GB" sz="1600" b="1">
                <a:solidFill>
                  <a:srgbClr val="000000"/>
                </a:solidFill>
                <a:latin typeface="Consolas" pitchFamily="49" charset="0"/>
              </a:rPr>
              <a:t>Attīstīsim IT izglītību kopā!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27013" y="6480175"/>
            <a:ext cx="4572000" cy="27622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lv-LV" sz="1200">
                <a:solidFill>
                  <a:srgbClr val="000000"/>
                </a:solidFill>
              </a:rPr>
              <a:t>Materiālu pārpublicēšanas gadījumā, likt atsauci uz Start (IT) </a:t>
            </a: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013325"/>
            <a:ext cx="6408738" cy="1008063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908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33375"/>
            <a:ext cx="5338763" cy="1079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623A62-B98F-4018-9E46-932354D01114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72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0000"/>
            <a:ext cx="1080000" cy="5040000"/>
          </a:xfrm>
          <a:solidFill>
            <a:schemeClr val="accent1"/>
          </a:solidFill>
        </p:spPr>
        <p:txBody>
          <a:bodyPr vert="vert270" anchor="ctr"/>
          <a:lstStyle>
            <a:lvl1pPr algn="l">
              <a:tabLst>
                <a:tab pos="360000" algn="l"/>
              </a:tabLst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222471" y="385590"/>
            <a:ext cx="7712075" cy="5762548"/>
          </a:xfrm>
        </p:spPr>
        <p:txBody>
          <a:bodyPr/>
          <a:lstStyle>
            <a:lvl1pPr marL="0" indent="0">
              <a:buFontTx/>
              <a:buNone/>
              <a:defRPr sz="2400">
                <a:latin typeface="+mj-lt"/>
              </a:defRPr>
            </a:lvl1pPr>
            <a:lvl2pPr marL="457200" indent="0">
              <a:buFontTx/>
              <a:buNone/>
              <a:defRPr sz="2000">
                <a:latin typeface="+mj-lt"/>
              </a:defRPr>
            </a:lvl2pPr>
            <a:lvl3pPr marL="914400" indent="0">
              <a:buFontTx/>
              <a:buNone/>
              <a:defRPr sz="1800">
                <a:latin typeface="+mj-lt"/>
              </a:defRPr>
            </a:lvl3pPr>
            <a:lvl4pPr marL="1371600" indent="0">
              <a:buFontTx/>
              <a:buNone/>
              <a:defRPr sz="1600">
                <a:latin typeface="+mj-lt"/>
              </a:defRPr>
            </a:lvl4pPr>
            <a:lvl5pPr marL="1828800" indent="0">
              <a:buFontTx/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B2B59F-7C17-4049-B22C-74D77F715523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079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684B8-3F67-48B7-8150-CDA8B71ADAC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181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5" name="Picture 5" descr="iStock_000010182594Large1-copy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148" name="Picture 124" descr="E:\Skola\Startit_lv\Start_it_logo_prezentacijam.emf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" y="2408856"/>
            <a:ext cx="7073216" cy="21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013325"/>
            <a:ext cx="6408738" cy="1008063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247" name="Rectangle 7"/>
          <p:cNvSpPr>
            <a:spLocks noChangeArrowheads="1"/>
          </p:cNvSpPr>
          <p:nvPr userDrawn="1"/>
        </p:nvSpPr>
        <p:spPr bwMode="auto">
          <a:xfrm>
            <a:off x="323850" y="2703770"/>
            <a:ext cx="3486150" cy="624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Ins="0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ts val="1200"/>
              </a:spcAft>
            </a:pPr>
            <a:r>
              <a:rPr lang="en-GB" sz="1600" b="1">
                <a:solidFill>
                  <a:srgbClr val="000000"/>
                </a:solidFill>
                <a:latin typeface="Consolas" charset="0"/>
                <a:ea typeface="Verdana"/>
                <a:cs typeface="Verdana"/>
              </a:rPr>
              <a:t>Piebiedrojies Start(IT)!</a:t>
            </a:r>
            <a:br>
              <a:rPr lang="en-GB" sz="1600" b="1">
                <a:solidFill>
                  <a:srgbClr val="000000"/>
                </a:solidFill>
                <a:latin typeface="Consolas" charset="0"/>
                <a:ea typeface="Verdana"/>
                <a:cs typeface="Verdana"/>
              </a:rPr>
            </a:br>
            <a:r>
              <a:rPr lang="en-GB" sz="1600" b="1">
                <a:solidFill>
                  <a:srgbClr val="000000"/>
                </a:solidFill>
                <a:latin typeface="Consolas" charset="0"/>
                <a:ea typeface="Verdana"/>
                <a:cs typeface="Verdana"/>
              </a:rPr>
              <a:t>Attīstīsim IT izglītību kopā!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26800" y="6479788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lv-LV" sz="1200" dirty="0">
                <a:solidFill>
                  <a:srgbClr val="000000"/>
                </a:solidFill>
              </a:rPr>
              <a:t>Materiālu pārpublicēšanas gadījumā, likt atsauci uz Start (IT) </a:t>
            </a:r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95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EEAEDC-ADE1-9C43-96F9-00CD8E927DA8}" type="slidenum">
              <a:rPr lang="ru-RU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33375"/>
            <a:ext cx="5338763" cy="1079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91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360000"/>
            <a:ext cx="1080000" cy="5040000"/>
          </a:xfrm>
          <a:solidFill>
            <a:schemeClr val="accent1"/>
          </a:solidFill>
        </p:spPr>
        <p:txBody>
          <a:bodyPr vert="vert270" anchor="ctr"/>
          <a:lstStyle>
            <a:lvl1pPr algn="l">
              <a:tabLst>
                <a:tab pos="360000" algn="l"/>
              </a:tabLst>
              <a:defRPr sz="2800"/>
            </a:lvl1pPr>
          </a:lstStyle>
          <a:p>
            <a:r>
              <a:rPr lang="lv-LV" dirty="0"/>
              <a:t>	Code sample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28BE64-1D80-1044-8F82-99416CD1A366}" type="slidenum">
              <a:rPr lang="ru-RU" smtClean="0">
                <a:solidFill>
                  <a:srgbClr val="000000"/>
                </a:solidFill>
              </a:rPr>
              <a:pPr/>
              <a:t>‹#›</a:t>
            </a:fld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222471" y="385590"/>
            <a:ext cx="7712075" cy="5762548"/>
          </a:xfrm>
        </p:spPr>
        <p:txBody>
          <a:bodyPr/>
          <a:lstStyle>
            <a:lvl1pPr marL="0" indent="0">
              <a:buFontTx/>
              <a:buNone/>
              <a:defRPr sz="2400">
                <a:latin typeface="+mj-lt"/>
              </a:defRPr>
            </a:lvl1pPr>
            <a:lvl2pPr marL="457200" indent="0">
              <a:buFontTx/>
              <a:buNone/>
              <a:defRPr sz="2000">
                <a:latin typeface="+mj-lt"/>
              </a:defRPr>
            </a:lvl2pPr>
            <a:lvl3pPr marL="914400" indent="0">
              <a:buFontTx/>
              <a:buNone/>
              <a:defRPr sz="1800">
                <a:latin typeface="+mj-lt"/>
              </a:defRPr>
            </a:lvl3pPr>
            <a:lvl4pPr marL="1371600" indent="0">
              <a:buFontTx/>
              <a:buNone/>
              <a:defRPr sz="1600">
                <a:latin typeface="+mj-lt"/>
              </a:defRPr>
            </a:lvl4pPr>
            <a:lvl5pPr marL="1828800" indent="0">
              <a:buFontTx/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222471" y="6444476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lv-LV" sz="1200" dirty="0">
                <a:solidFill>
                  <a:srgbClr val="000000"/>
                </a:solidFill>
              </a:rPr>
              <a:t>Materiālu pārpublicēšanas gadījumā, likt atsauci uz Start (IT) </a:t>
            </a:r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520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013325"/>
            <a:ext cx="6408738" cy="1008063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16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EEAEDC-ADE1-9C43-96F9-00CD8E927DA8}" type="slidenum">
              <a:rPr lang="ru-RU"/>
              <a:pPr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33375"/>
            <a:ext cx="5338763" cy="1079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74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360000"/>
            <a:ext cx="1080000" cy="5040000"/>
          </a:xfrm>
          <a:solidFill>
            <a:schemeClr val="accent1"/>
          </a:solidFill>
        </p:spPr>
        <p:txBody>
          <a:bodyPr vert="vert270" anchor="ctr"/>
          <a:lstStyle>
            <a:lvl1pPr algn="l">
              <a:tabLst>
                <a:tab pos="360000" algn="l"/>
              </a:tabLst>
              <a:defRPr sz="2800"/>
            </a:lvl1pPr>
          </a:lstStyle>
          <a:p>
            <a:r>
              <a:rPr lang="lv-LV" dirty="0"/>
              <a:t>	Code sample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28BE64-1D80-1044-8F82-99416CD1A36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222471" y="385590"/>
            <a:ext cx="7712075" cy="5762548"/>
          </a:xfrm>
        </p:spPr>
        <p:txBody>
          <a:bodyPr/>
          <a:lstStyle>
            <a:lvl1pPr marL="0" indent="0">
              <a:buFontTx/>
              <a:buNone/>
              <a:defRPr sz="2400">
                <a:latin typeface="+mj-lt"/>
              </a:defRPr>
            </a:lvl1pPr>
            <a:lvl2pPr marL="457200" indent="0">
              <a:buFontTx/>
              <a:buNone/>
              <a:defRPr sz="2000">
                <a:latin typeface="+mj-lt"/>
              </a:defRPr>
            </a:lvl2pPr>
            <a:lvl3pPr marL="914400" indent="0">
              <a:buFontTx/>
              <a:buNone/>
              <a:defRPr sz="1800">
                <a:latin typeface="+mj-lt"/>
              </a:defRPr>
            </a:lvl3pPr>
            <a:lvl4pPr marL="1371600" indent="0">
              <a:buFontTx/>
              <a:buNone/>
              <a:defRPr sz="1600">
                <a:latin typeface="+mj-lt"/>
              </a:defRPr>
            </a:lvl4pPr>
            <a:lvl5pPr marL="1828800" indent="0">
              <a:buFontTx/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222471" y="6444476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lv-LV" sz="1200" dirty="0"/>
              <a:t>Materiālu pārpublicēšanas gadījumā, likt atsauci uz Start (IT)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972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D66B0CA-6E3A-4A03-8450-E7ADC91130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89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60350"/>
            <a:ext cx="5940425" cy="1152525"/>
          </a:xfrm>
          <a:prstGeom prst="rect">
            <a:avLst/>
          </a:prstGeom>
          <a:solidFill>
            <a:srgbClr val="ED4F48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3375"/>
            <a:ext cx="5338763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905000"/>
            <a:ext cx="8382000" cy="422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Verdana"/>
                <a:ea typeface="Verdana"/>
                <a:cs typeface="Verdan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6C3F125-7C76-444C-A25B-F04E99304132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43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Verdana"/>
          <a:cs typeface="Verdana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Verdana" pitchFamily="34" charset="0"/>
          <a:cs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Verdana" pitchFamily="34" charset="0"/>
          <a:cs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Verdana" pitchFamily="34" charset="0"/>
          <a:cs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Verdana"/>
          <a:ea typeface="Verdana"/>
          <a:cs typeface="Verdana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Verdana"/>
          <a:ea typeface="Verdana"/>
          <a:cs typeface="Verdan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/>
          <a:ea typeface="Verdana"/>
          <a:cs typeface="Verdan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Verdana"/>
          <a:cs typeface="Verdan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/>
          <a:ea typeface="Verdana"/>
          <a:cs typeface="Verdan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60350"/>
            <a:ext cx="5940425" cy="1152525"/>
          </a:xfrm>
          <a:prstGeom prst="rect">
            <a:avLst/>
          </a:prstGeom>
          <a:solidFill>
            <a:srgbClr val="ED4F48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3375"/>
            <a:ext cx="5338763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905000"/>
            <a:ext cx="8382000" cy="422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Verdana"/>
                <a:ea typeface="Verdana"/>
                <a:cs typeface="Verdan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28BE64-1D80-1044-8F82-99416CD1A366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49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Verdana"/>
          <a:cs typeface="Verdana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Verdana"/>
          <a:ea typeface="Verdana"/>
          <a:cs typeface="Verdana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Verdana"/>
          <a:ea typeface="Verdana"/>
          <a:cs typeface="Verdan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/>
          <a:ea typeface="Verdana"/>
          <a:cs typeface="Verdan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Verdana"/>
          <a:cs typeface="Verdan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/>
          <a:ea typeface="Verdana"/>
          <a:cs typeface="Verdan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60350"/>
            <a:ext cx="5940425" cy="1152525"/>
          </a:xfrm>
          <a:prstGeom prst="rect">
            <a:avLst/>
          </a:prstGeom>
          <a:solidFill>
            <a:srgbClr val="ED4F48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Verdana"/>
              <a:ea typeface="Verdana"/>
              <a:cs typeface="Verdana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3375"/>
            <a:ext cx="5338763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905000"/>
            <a:ext cx="8382000" cy="422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Verdana"/>
                <a:ea typeface="Verdana"/>
                <a:cs typeface="Verdana"/>
              </a:defRPr>
            </a:lvl1pPr>
          </a:lstStyle>
          <a:p>
            <a:fld id="{7628BE64-1D80-1044-8F82-99416CD1A366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22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Verdana"/>
          <a:cs typeface="Verdana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onsolas" charset="0"/>
          <a:ea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Verdana"/>
          <a:ea typeface="Verdana"/>
          <a:cs typeface="Verdana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Verdana"/>
          <a:ea typeface="Verdana"/>
          <a:cs typeface="Verdan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/>
          <a:ea typeface="Verdana"/>
          <a:cs typeface="Verdan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Verdana"/>
          <a:cs typeface="Verdan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/>
          <a:ea typeface="Verdana"/>
          <a:cs typeface="Verdan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060342" y="954125"/>
            <a:ext cx="6408738" cy="1008063"/>
          </a:xfrm>
        </p:spPr>
        <p:txBody>
          <a:bodyPr lIns="36000" rIns="36000"/>
          <a:lstStyle/>
          <a:p>
            <a:r>
              <a:rPr lang="lv-LV" sz="6000" dirty="0"/>
              <a:t>Datu struktūras  vai kolekcijas</a:t>
            </a:r>
            <a:br>
              <a:rPr lang="en-US" dirty="0"/>
            </a:br>
            <a:endParaRPr lang="ru-RU" b="0" dirty="0"/>
          </a:p>
        </p:txBody>
      </p:sp>
      <p:sp>
        <p:nvSpPr>
          <p:cNvPr id="2" name="Taisnstūris 1">
            <a:extLst>
              <a:ext uri="{FF2B5EF4-FFF2-40B4-BE49-F238E27FC236}">
                <a16:creationId xmlns:a16="http://schemas.microsoft.com/office/drawing/2014/main" id="{F6881FD4-3A41-4AD4-9C00-D95D80764A6C}"/>
              </a:ext>
            </a:extLst>
          </p:cNvPr>
          <p:cNvSpPr/>
          <p:nvPr/>
        </p:nvSpPr>
        <p:spPr>
          <a:xfrm>
            <a:off x="1060342" y="3778748"/>
            <a:ext cx="729354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lv-LV" sz="2800" dirty="0">
                <a:solidFill>
                  <a:srgbClr val="545454"/>
                </a:solidFill>
                <a:latin typeface="arial" panose="020B0604020202020204" pitchFamily="34" charset="0"/>
                <a:cs typeface="Arial" charset="0"/>
              </a:rPr>
              <a:t>D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A6A6A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at</a:t>
            </a:r>
            <a:r>
              <a:rPr kumimoji="0" lang="lv-LV" sz="2800" b="1" i="0" u="none" strike="noStrike" kern="1200" cap="none" spc="0" normalizeH="0" baseline="0" noProof="0" dirty="0">
                <a:ln>
                  <a:noFill/>
                </a:ln>
                <a:solidFill>
                  <a:srgbClr val="6A6A6A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u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A6A6A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6A6A6A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stru</a:t>
            </a:r>
            <a:r>
              <a:rPr kumimoji="0" lang="lv-LV" sz="2800" b="1" i="0" u="none" strike="noStrike" kern="1200" cap="none" spc="0" normalizeH="0" baseline="0" noProof="0" dirty="0">
                <a:ln>
                  <a:noFill/>
                </a:ln>
                <a:solidFill>
                  <a:srgbClr val="6A6A6A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k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A6A6A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t</a:t>
            </a:r>
            <a:r>
              <a:rPr kumimoji="0" lang="lv-LV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6A6A6A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ūra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 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i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 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a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tu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 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ole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ci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, 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attiecības starp datiem un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 fun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ci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s 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jeb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 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darbība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s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 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kuras var veikt ar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dat</a:t>
            </a:r>
            <a:r>
              <a:rPr lang="lv-LV" sz="2800" dirty="0" err="1">
                <a:solidFill>
                  <a:srgbClr val="545454"/>
                </a:solidFill>
                <a:latin typeface="arial" panose="020B0604020202020204" pitchFamily="34" charset="0"/>
                <a:cs typeface="Arial" charset="0"/>
              </a:rPr>
              <a:t>iem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 panose="020B0604020202020204" pitchFamily="34" charset="0"/>
                <a:cs typeface="Arial" charset="0"/>
              </a:rPr>
              <a:t>.</a:t>
            </a:r>
            <a:endParaRPr kumimoji="0" lang="lv-LV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32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86A82E-FDAA-4E9C-93D4-0840E960F3A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Verdana"/>
              <a:cs typeface="Arial" charset="0"/>
            </a:endParaRPr>
          </a:p>
        </p:txBody>
      </p:sp>
      <p:sp>
        <p:nvSpPr>
          <p:cNvPr id="17411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>
                <a:ea typeface="Verdana" pitchFamily="34" charset="0"/>
                <a:cs typeface="Verdana" pitchFamily="34" charset="0"/>
              </a:rPr>
              <a:t>Java </a:t>
            </a:r>
            <a:r>
              <a:rPr lang="lv-LV" dirty="0" err="1">
                <a:ea typeface="Verdana" pitchFamily="34" charset="0"/>
                <a:cs typeface="Verdana" pitchFamily="34" charset="0"/>
              </a:rPr>
              <a:t>Collections</a:t>
            </a:r>
            <a:r>
              <a:rPr lang="lv-LV" dirty="0">
                <a:ea typeface="Verdana" pitchFamily="34" charset="0"/>
                <a:cs typeface="Verdana" pitchFamily="34" charset="0"/>
              </a:rPr>
              <a:t> </a:t>
            </a:r>
            <a:r>
              <a:rPr lang="lv-LV" dirty="0" err="1">
                <a:ea typeface="Verdana" pitchFamily="34" charset="0"/>
                <a:cs typeface="Verdana" pitchFamily="34" charset="0"/>
              </a:rPr>
              <a:t>Framework</a:t>
            </a:r>
            <a:endParaRPr lang="en-US" dirty="0">
              <a:ea typeface="Verdana" pitchFamily="34" charset="0"/>
              <a:cs typeface="Verdana" pitchFamily="34" charset="0"/>
            </a:endParaRPr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528" y="1916832"/>
            <a:ext cx="793074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23528" y="4977943"/>
            <a:ext cx="7930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lv-LV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(kopa) ir datu kolekcija, kas var saturēt tikai atšķirīgus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element</a:t>
            </a:r>
            <a:r>
              <a:rPr kumimoji="0" lang="lv-LV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</a:t>
            </a:r>
            <a:endParaRPr kumimoji="0" lang="lv-LV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3528" y="5371517"/>
            <a:ext cx="76328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Map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lv-LV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(objektu kopa) ir datu kolekcija, ka var saturēt tikai viena veida objektus (</a:t>
            </a:r>
            <a:r>
              <a:rPr kumimoji="0" lang="lv-LV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values</a:t>
            </a:r>
            <a:r>
              <a:rPr kumimoji="0" lang="lv-LV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) ar unikālām atslēgas lauku vērtībām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keys</a:t>
            </a:r>
            <a:r>
              <a:rPr kumimoji="0" lang="lv-LV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lv-LV" b="1" dirty="0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r>
              <a:rPr kumimoji="0" lang="lv-LV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lv-LV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rinda, kuru var lietot arī kā steku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.</a:t>
            </a:r>
            <a:endParaRPr kumimoji="0" lang="lv-LV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044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err="1"/>
              <a:t>Hierarchy</a:t>
            </a:r>
            <a:r>
              <a:rPr lang="lv-LV" dirty="0"/>
              <a:t> </a:t>
            </a:r>
            <a:r>
              <a:rPr lang="lv-LV" dirty="0" err="1"/>
              <a:t>of</a:t>
            </a:r>
            <a:r>
              <a:rPr lang="lv-LV" dirty="0"/>
              <a:t> </a:t>
            </a:r>
            <a:r>
              <a:rPr lang="lv-LV" dirty="0" err="1"/>
              <a:t>Collection</a:t>
            </a:r>
            <a:br>
              <a:rPr lang="lv-LV" dirty="0"/>
            </a:br>
            <a:r>
              <a:rPr lang="lv-LV" dirty="0"/>
              <a:t> </a:t>
            </a:r>
            <a:r>
              <a:rPr lang="lv-LV" dirty="0" err="1"/>
              <a:t>Framework</a:t>
            </a:r>
            <a:br>
              <a:rPr lang="lv-LV" dirty="0"/>
            </a:br>
            <a:endParaRPr lang="lv-LV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3684B8-3F67-48B7-8150-CDA8B71ADAC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Verdana"/>
                <a:cs typeface="Verdan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  <a:cs typeface="Verdan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849974"/>
            <a:ext cx="651510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1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List un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3684B8-3F67-48B7-8150-CDA8B71ADAC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Verdan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48" y="1772816"/>
            <a:ext cx="7632848" cy="433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6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err="1"/>
              <a:t>Map</a:t>
            </a:r>
            <a:r>
              <a:rPr lang="lv-LV" dirty="0"/>
              <a:t> un </a:t>
            </a:r>
            <a:r>
              <a:rPr lang="lv-LV" dirty="0" err="1"/>
              <a:t>Queue</a:t>
            </a:r>
            <a:endParaRPr lang="lv-LV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3684B8-3F67-48B7-8150-CDA8B71ADAC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Verdan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4181"/>
            <a:ext cx="7643192" cy="512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4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Rinda, veidota no dinamiska saraksta - piemērs..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16" y="1772816"/>
            <a:ext cx="8885168" cy="28692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578017" y="2189748"/>
            <a:ext cx="28991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78017" y="2382253"/>
            <a:ext cx="28991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02870" y="3031958"/>
            <a:ext cx="45955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EEAEDC-ADE1-9C43-96F9-00CD8E927DA8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08B9E-4826-4B7D-B694-C36AE73BED57}"/>
              </a:ext>
            </a:extLst>
          </p:cNvPr>
          <p:cNvSpPr txBox="1"/>
          <p:nvPr/>
        </p:nvSpPr>
        <p:spPr>
          <a:xfrm>
            <a:off x="129416" y="5323769"/>
            <a:ext cx="88851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2400" dirty="0"/>
              <a:t>Rinda ir </a:t>
            </a:r>
            <a:r>
              <a:rPr lang="lv-LV" sz="2400" dirty="0" err="1"/>
              <a:t>saskarne</a:t>
            </a:r>
            <a:r>
              <a:rPr lang="lv-LV" sz="2400" dirty="0"/>
              <a:t> (</a:t>
            </a:r>
            <a:r>
              <a:rPr lang="lv-LV" sz="2400" i="1" dirty="0" err="1"/>
              <a:t>interface</a:t>
            </a:r>
            <a:r>
              <a:rPr lang="lv-LV" sz="2400" i="1" dirty="0"/>
              <a:t> ).</a:t>
            </a:r>
          </a:p>
          <a:p>
            <a:r>
              <a:rPr lang="lv-LV" sz="2400" dirty="0" err="1"/>
              <a:t>Saskarne</a:t>
            </a:r>
            <a:r>
              <a:rPr lang="lv-LV" sz="2400" i="1" dirty="0"/>
              <a:t> </a:t>
            </a:r>
            <a:r>
              <a:rPr lang="lv-LV" sz="2400" dirty="0"/>
              <a:t>nosaka tikai datu manipulēšanas likumus, tāpēc datu glabāšanu realizē ar citu datu struktūru.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2072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905000"/>
            <a:ext cx="8382000" cy="459105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lv-LV" sz="2000">
                <a:latin typeface="Verdana" pitchFamily="34" charset="0"/>
                <a:ea typeface="Verdana" pitchFamily="34" charset="0"/>
                <a:cs typeface="Verdana" pitchFamily="34" charset="0"/>
              </a:rPr>
              <a:t>1. Tipizēts saraksts:</a:t>
            </a:r>
          </a:p>
          <a:p>
            <a:pPr marL="0" indent="0">
              <a:buFontTx/>
              <a:buNone/>
            </a:pPr>
            <a:r>
              <a:rPr lang="lv-LV" sz="1600">
                <a:latin typeface="Consolas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ArrayList&lt;Integer&gt; saraksts2=new ArrayList&lt;Integer&gt;();</a:t>
            </a:r>
          </a:p>
          <a:p>
            <a:pPr marL="0" indent="0">
              <a:buFontTx/>
              <a:buNone/>
            </a:pP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        saraksts2.add(1);</a:t>
            </a:r>
          </a:p>
          <a:p>
            <a:pPr marL="0" indent="0">
              <a:buFontTx/>
              <a:buNone/>
            </a:pP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        saraksts2.add(2);</a:t>
            </a:r>
          </a:p>
          <a:p>
            <a:pPr marL="0" indent="0">
              <a:buFontTx/>
              <a:buNone/>
            </a:pP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        saraksts2.add(3);</a:t>
            </a:r>
          </a:p>
          <a:p>
            <a:pPr marL="0" indent="0">
              <a:buFontTx/>
              <a:buNone/>
            </a:pP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        //izvada saraksta 2.elementu pareiz</a:t>
            </a:r>
            <a:r>
              <a:rPr lang="lv-LV" sz="1600">
                <a:latin typeface="Consolas" pitchFamily="49" charset="0"/>
                <a:ea typeface="Verdana" pitchFamily="34" charset="0"/>
                <a:cs typeface="Verdana" pitchFamily="34" charset="0"/>
              </a:rPr>
              <a:t>i</a:t>
            </a: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nātu ar 5</a:t>
            </a:r>
          </a:p>
          <a:p>
            <a:pPr marL="0" indent="0">
              <a:buFontTx/>
              <a:buNone/>
            </a:pP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        System.out.println(5*saraksts2.get(1));</a:t>
            </a:r>
          </a:p>
          <a:p>
            <a:pPr marL="0" indent="0">
              <a:buFontTx/>
              <a:buNone/>
            </a:pPr>
            <a:r>
              <a:rPr lang="lv-LV" sz="2000">
                <a:latin typeface="Verdana" pitchFamily="34" charset="0"/>
                <a:ea typeface="Verdana" pitchFamily="34" charset="0"/>
                <a:cs typeface="Verdana" pitchFamily="34" charset="0"/>
              </a:rPr>
              <a:t>2. Vispārīgs objektu saraksts – nepieciešama tipa pielāgošana (type casting)</a:t>
            </a:r>
            <a:r>
              <a:rPr lang="en-US" sz="2000">
                <a:latin typeface="Verdana" pitchFamily="34" charset="0"/>
                <a:ea typeface="Verdana" pitchFamily="34" charset="0"/>
                <a:cs typeface="Verdana" pitchFamily="34" charset="0"/>
              </a:rPr>
              <a:t>        </a:t>
            </a:r>
          </a:p>
          <a:p>
            <a:pPr marL="0" indent="0">
              <a:buFontTx/>
              <a:buNone/>
            </a:pP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        ArrayList saraksts1=new ArrayList();</a:t>
            </a:r>
          </a:p>
          <a:p>
            <a:pPr marL="0" indent="0">
              <a:buFontTx/>
              <a:buNone/>
            </a:pP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        saraksts1.add(1);</a:t>
            </a:r>
          </a:p>
          <a:p>
            <a:pPr marL="0" indent="0">
              <a:buFontTx/>
              <a:buNone/>
            </a:pP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        saraksts1.add(2);</a:t>
            </a:r>
          </a:p>
          <a:p>
            <a:pPr marL="0" indent="0">
              <a:buFontTx/>
              <a:buNone/>
            </a:pP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        saraksts1.add(3);</a:t>
            </a:r>
          </a:p>
          <a:p>
            <a:pPr marL="0" indent="0">
              <a:buFontTx/>
              <a:buNone/>
            </a:pP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        //izvada saraksta 2.elementu pareiz</a:t>
            </a:r>
            <a:r>
              <a:rPr lang="lv-LV" sz="1600">
                <a:latin typeface="Consolas" pitchFamily="49" charset="0"/>
                <a:ea typeface="Verdana" pitchFamily="34" charset="0"/>
                <a:cs typeface="Verdana" pitchFamily="34" charset="0"/>
              </a:rPr>
              <a:t>i</a:t>
            </a: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nātu ar 5</a:t>
            </a:r>
          </a:p>
          <a:p>
            <a:pPr marL="0" indent="0">
              <a:buFontTx/>
              <a:buNone/>
            </a:pPr>
            <a:r>
              <a:rPr lang="en-US" sz="1600">
                <a:latin typeface="Consolas" pitchFamily="49" charset="0"/>
                <a:ea typeface="Verdana" pitchFamily="34" charset="0"/>
                <a:cs typeface="Verdana" pitchFamily="34" charset="0"/>
              </a:rPr>
              <a:t>        System.out.println(5*(Integer)saraksts1.get(1));</a:t>
            </a:r>
          </a:p>
        </p:txBody>
      </p:sp>
      <p:sp>
        <p:nvSpPr>
          <p:cNvPr id="2048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F51AEE7-82C7-40DD-8A79-DA27A08AE87D}" type="slidenum">
              <a:rPr lang="ru-RU" smtClean="0">
                <a:solidFill>
                  <a:srgbClr val="000000"/>
                </a:solidFill>
                <a:latin typeface="Verdana" pitchFamily="34" charset="0"/>
                <a:cs typeface="Arial" charset="0"/>
              </a:rPr>
              <a:pPr/>
              <a:t>7</a:t>
            </a:fld>
            <a:endParaRPr lang="ru-RU">
              <a:solidFill>
                <a:srgbClr val="000000"/>
              </a:solidFill>
              <a:latin typeface="Verdana" pitchFamily="34" charset="0"/>
              <a:cs typeface="Arial" charset="0"/>
            </a:endParaRPr>
          </a:p>
        </p:txBody>
      </p:sp>
      <p:sp>
        <p:nvSpPr>
          <p:cNvPr id="2048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>
                <a:ea typeface="Verdana" pitchFamily="34" charset="0"/>
                <a:cs typeface="Verdana" pitchFamily="34" charset="0"/>
              </a:rPr>
              <a:t>Dinamisks saraksts ar masīva iezīmēm - </a:t>
            </a:r>
            <a:r>
              <a:rPr lang="lv-LV" dirty="0" err="1">
                <a:ea typeface="Verdana" pitchFamily="34" charset="0"/>
                <a:cs typeface="Verdana" pitchFamily="34" charset="0"/>
              </a:rPr>
              <a:t>ArrayList</a:t>
            </a:r>
            <a:endParaRPr lang="en-US" dirty="0"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88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75001" y="1628800"/>
            <a:ext cx="8382000" cy="4824536"/>
          </a:xfrm>
        </p:spPr>
        <p:txBody>
          <a:bodyPr/>
          <a:lstStyle/>
          <a:p>
            <a:r>
              <a:rPr lang="lv-LV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Elementu pievienošana saraksta beigās </a:t>
            </a:r>
            <a:r>
              <a:rPr lang="lv-LV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add</a:t>
            </a:r>
            <a:r>
              <a:rPr lang="lv-LV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(..)</a:t>
            </a:r>
          </a:p>
          <a:p>
            <a:r>
              <a:rPr lang="lv-LV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Elementu pievienošana noteiktā vietā </a:t>
            </a:r>
            <a:r>
              <a:rPr lang="lv-LV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add</a:t>
            </a:r>
            <a:r>
              <a:rPr lang="lv-LV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(</a:t>
            </a:r>
            <a:r>
              <a:rPr lang="lv-LV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index</a:t>
            </a:r>
            <a:r>
              <a:rPr lang="lv-LV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, ..)</a:t>
            </a:r>
          </a:p>
          <a:p>
            <a:r>
              <a:rPr lang="lv-LV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Piekļuve i-</a:t>
            </a:r>
            <a:r>
              <a:rPr lang="lv-LV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tajam</a:t>
            </a:r>
            <a:r>
              <a:rPr lang="lv-LV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saraksta elementam </a:t>
            </a:r>
            <a:r>
              <a:rPr lang="lv-LV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get</a:t>
            </a:r>
            <a:r>
              <a:rPr lang="lv-LV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(i)</a:t>
            </a:r>
          </a:p>
          <a:p>
            <a:r>
              <a:rPr lang="lv-LV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Saraksta izmēra noteikšana </a:t>
            </a:r>
            <a:r>
              <a:rPr lang="lv-LV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size</a:t>
            </a:r>
            <a:r>
              <a:rPr lang="lv-LV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()</a:t>
            </a:r>
          </a:p>
          <a:p>
            <a:r>
              <a:rPr lang="lv-LV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i-tā elementa vērtības maiņa </a:t>
            </a:r>
            <a:r>
              <a:rPr lang="lv-LV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set(</a:t>
            </a:r>
            <a:r>
              <a:rPr lang="lv-LV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i,value</a:t>
            </a:r>
            <a:r>
              <a:rPr lang="lv-LV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)</a:t>
            </a:r>
            <a:r>
              <a:rPr lang="lv-LV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>
              <a:buFontTx/>
              <a:buNone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ArrayList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saraksts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=new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ArrayList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();</a:t>
            </a:r>
          </a:p>
          <a:p>
            <a:pPr>
              <a:buFontTx/>
              <a:buNone/>
            </a:pP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saraksts.add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("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Piens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");</a:t>
            </a:r>
          </a:p>
          <a:p>
            <a:pPr>
              <a:buFontTx/>
              <a:buNone/>
            </a:pP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saraksts.add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("Maize");</a:t>
            </a:r>
          </a:p>
          <a:p>
            <a:pPr>
              <a:buFontTx/>
              <a:buNone/>
            </a:pP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saraksts.add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("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Desa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");</a:t>
            </a:r>
            <a:endParaRPr lang="lv-LV" sz="2400" dirty="0">
              <a:latin typeface="Consolas" pitchFamily="49" charset="0"/>
              <a:ea typeface="Verdana" pitchFamily="34" charset="0"/>
              <a:cs typeface="Verdana" pitchFamily="34" charset="0"/>
            </a:endParaRPr>
          </a:p>
          <a:p>
            <a:pPr>
              <a:buFontTx/>
              <a:buNone/>
            </a:pPr>
            <a:r>
              <a:rPr lang="lv-LV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saraksts.set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(2,"Siers");</a:t>
            </a:r>
          </a:p>
          <a:p>
            <a:pPr>
              <a:buFontTx/>
              <a:buNone/>
            </a:pPr>
            <a:r>
              <a:rPr lang="lv-LV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for(int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i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=0;i&lt;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saraksts.size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();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i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++){</a:t>
            </a:r>
          </a:p>
          <a:p>
            <a:pPr>
              <a:buFontTx/>
              <a:buNone/>
            </a:pP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System.out.println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saraksts.get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i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));</a:t>
            </a:r>
          </a:p>
          <a:p>
            <a:pPr>
              <a:buFontTx/>
              <a:buNone/>
            </a:pP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}</a:t>
            </a:r>
          </a:p>
        </p:txBody>
      </p:sp>
      <p:sp>
        <p:nvSpPr>
          <p:cNvPr id="22530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4A58954-FE02-431D-859C-805D9FA4947C}" type="slidenum">
              <a:rPr lang="ru-RU" smtClean="0">
                <a:solidFill>
                  <a:srgbClr val="000000"/>
                </a:solidFill>
                <a:latin typeface="Verdana" pitchFamily="34" charset="0"/>
                <a:cs typeface="Arial" charset="0"/>
              </a:rPr>
              <a:pPr/>
              <a:t>8</a:t>
            </a:fld>
            <a:endParaRPr lang="ru-RU">
              <a:solidFill>
                <a:srgbClr val="000000"/>
              </a:solidFill>
              <a:latin typeface="Verdana" pitchFamily="34" charset="0"/>
              <a:cs typeface="Arial" charset="0"/>
            </a:endParaRPr>
          </a:p>
        </p:txBody>
      </p:sp>
      <p:sp>
        <p:nvSpPr>
          <p:cNvPr id="22531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>
                <a:ea typeface="Verdana" pitchFamily="34" charset="0"/>
                <a:cs typeface="Verdana" pitchFamily="34" charset="0"/>
              </a:rPr>
              <a:t>Darbības ar </a:t>
            </a:r>
            <a:r>
              <a:rPr lang="lv-LV" dirty="0" err="1">
                <a:ea typeface="Verdana" pitchFamily="34" charset="0"/>
                <a:cs typeface="Verdana" pitchFamily="34" charset="0"/>
              </a:rPr>
              <a:t>ArrayList</a:t>
            </a:r>
            <a:r>
              <a:rPr lang="lv-LV" dirty="0">
                <a:ea typeface="Verdana" pitchFamily="34" charset="0"/>
                <a:cs typeface="Verdana" pitchFamily="34" charset="0"/>
              </a:rPr>
              <a:t> – piemērs</a:t>
            </a:r>
            <a:endParaRPr lang="en-US" dirty="0"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911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5575" y="2330449"/>
            <a:ext cx="8382000" cy="4221163"/>
          </a:xfrm>
        </p:spPr>
        <p:txBody>
          <a:bodyPr/>
          <a:lstStyle/>
          <a:p>
            <a:pPr marL="0" indent="0">
              <a:buFontTx/>
              <a:buNone/>
            </a:pPr>
            <a:endParaRPr lang="lv-LV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FontTx/>
              <a:buNone/>
            </a:pP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Iterator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itr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=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saraksts.iterator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();</a:t>
            </a:r>
          </a:p>
          <a:p>
            <a:pPr marL="0" indent="0">
              <a:buFontTx/>
              <a:buNone/>
            </a:pP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while(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itr.hasNext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()) {</a:t>
            </a:r>
          </a:p>
          <a:p>
            <a:pPr marL="0" indent="0">
              <a:buFontTx/>
              <a:buNone/>
            </a:pP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    Object elements =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itr.next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();</a:t>
            </a:r>
          </a:p>
          <a:p>
            <a:pPr marL="0" indent="0">
              <a:buFontTx/>
              <a:buNone/>
            </a:pP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    </a:t>
            </a:r>
            <a:r>
              <a:rPr lang="en-US" sz="24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System.out.print</a:t>
            </a: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(elements + " ");</a:t>
            </a:r>
          </a:p>
          <a:p>
            <a:pPr marL="0" indent="0">
              <a:buFontTx/>
              <a:buNone/>
            </a:pPr>
            <a:r>
              <a:rPr lang="en-US" sz="24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}</a:t>
            </a:r>
          </a:p>
        </p:txBody>
      </p:sp>
      <p:sp>
        <p:nvSpPr>
          <p:cNvPr id="23554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1DA84E8-02C5-4A8E-A456-51F65744E211}" type="slidenum">
              <a:rPr lang="ru-RU" smtClean="0">
                <a:solidFill>
                  <a:srgbClr val="000000"/>
                </a:solidFill>
                <a:latin typeface="Verdana" pitchFamily="34" charset="0"/>
                <a:cs typeface="Arial" charset="0"/>
              </a:rPr>
              <a:pPr/>
              <a:t>9</a:t>
            </a:fld>
            <a:endParaRPr lang="ru-RU">
              <a:solidFill>
                <a:srgbClr val="000000"/>
              </a:solidFill>
              <a:latin typeface="Verdana" pitchFamily="34" charset="0"/>
              <a:cs typeface="Arial" charset="0"/>
            </a:endParaRPr>
          </a:p>
        </p:txBody>
      </p:sp>
      <p:sp>
        <p:nvSpPr>
          <p:cNvPr id="2355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Verdana" pitchFamily="34" charset="0"/>
                <a:cs typeface="Verdana" pitchFamily="34" charset="0"/>
              </a:rPr>
              <a:t>Iterator – </a:t>
            </a:r>
            <a:r>
              <a:rPr lang="en-US" dirty="0" err="1">
                <a:ea typeface="Verdana" pitchFamily="34" charset="0"/>
                <a:cs typeface="Verdana" pitchFamily="34" charset="0"/>
              </a:rPr>
              <a:t>klase</a:t>
            </a:r>
            <a:r>
              <a:rPr lang="en-US" dirty="0">
                <a:ea typeface="Verdana" pitchFamily="34" charset="0"/>
                <a:cs typeface="Verdana" pitchFamily="34" charset="0"/>
              </a:rPr>
              <a:t> </a:t>
            </a:r>
            <a:r>
              <a:rPr lang="en-US" dirty="0" err="1">
                <a:ea typeface="Verdana" pitchFamily="34" charset="0"/>
                <a:cs typeface="Verdana" pitchFamily="34" charset="0"/>
              </a:rPr>
              <a:t>dinamisku</a:t>
            </a:r>
            <a:r>
              <a:rPr lang="en-US" dirty="0">
                <a:ea typeface="Verdana" pitchFamily="34" charset="0"/>
                <a:cs typeface="Verdana" pitchFamily="34" charset="0"/>
              </a:rPr>
              <a:t> </a:t>
            </a:r>
            <a:r>
              <a:rPr lang="en-US" dirty="0" err="1">
                <a:ea typeface="Verdana" pitchFamily="34" charset="0"/>
                <a:cs typeface="Verdana" pitchFamily="34" charset="0"/>
              </a:rPr>
              <a:t>struktūru</a:t>
            </a:r>
            <a:r>
              <a:rPr lang="en-US" dirty="0">
                <a:ea typeface="Verdana" pitchFamily="34" charset="0"/>
                <a:cs typeface="Verdana" pitchFamily="34" charset="0"/>
              </a:rPr>
              <a:t> </a:t>
            </a:r>
            <a:r>
              <a:rPr lang="en-US" dirty="0" err="1">
                <a:ea typeface="Verdana" pitchFamily="34" charset="0"/>
                <a:cs typeface="Verdana" pitchFamily="34" charset="0"/>
              </a:rPr>
              <a:t>caurstaigāšanai</a:t>
            </a:r>
            <a:br>
              <a:rPr lang="en-US" dirty="0">
                <a:ea typeface="Verdana" pitchFamily="34" charset="0"/>
                <a:cs typeface="Verdana" pitchFamily="34" charset="0"/>
              </a:rPr>
            </a:br>
            <a:endParaRPr lang="en-US" dirty="0"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Line Callout 1 4"/>
          <p:cNvSpPr/>
          <p:nvPr/>
        </p:nvSpPr>
        <p:spPr>
          <a:xfrm>
            <a:off x="6578735" y="2160586"/>
            <a:ext cx="2422525" cy="582612"/>
          </a:xfrm>
          <a:prstGeom prst="borderCallout1">
            <a:avLst>
              <a:gd name="adj1" fmla="val 18750"/>
              <a:gd name="adj2" fmla="val -8333"/>
              <a:gd name="adj3" fmla="val 216581"/>
              <a:gd name="adj4" fmla="val -8980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lv-LV" dirty="0">
                <a:solidFill>
                  <a:srgbClr val="FFFFFF"/>
                </a:solidFill>
              </a:rPr>
              <a:t>Ja sarakstā vēl ir elementi..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Line Callout 1 5"/>
          <p:cNvSpPr/>
          <p:nvPr/>
        </p:nvSpPr>
        <p:spPr>
          <a:xfrm>
            <a:off x="6318250" y="5451475"/>
            <a:ext cx="2374900" cy="522288"/>
          </a:xfrm>
          <a:prstGeom prst="borderCallout1">
            <a:avLst>
              <a:gd name="adj1" fmla="val 18750"/>
              <a:gd name="adj2" fmla="val -8333"/>
              <a:gd name="adj3" fmla="val -238864"/>
              <a:gd name="adj4" fmla="val -2441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lv-LV" dirty="0">
                <a:solidFill>
                  <a:srgbClr val="FFFFFF"/>
                </a:solidFill>
              </a:rPr>
              <a:t>Pārvietojas uz nākamo elementu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Line Callout 1 5">
            <a:extLst>
              <a:ext uri="{FF2B5EF4-FFF2-40B4-BE49-F238E27FC236}">
                <a16:creationId xmlns:a16="http://schemas.microsoft.com/office/drawing/2014/main" id="{176A031D-200B-420A-9793-B2DC3586B1C1}"/>
              </a:ext>
            </a:extLst>
          </p:cNvPr>
          <p:cNvSpPr/>
          <p:nvPr/>
        </p:nvSpPr>
        <p:spPr>
          <a:xfrm>
            <a:off x="155575" y="2132222"/>
            <a:ext cx="4680347" cy="522288"/>
          </a:xfrm>
          <a:prstGeom prst="borderCallout1">
            <a:avLst>
              <a:gd name="adj1" fmla="val 110537"/>
              <a:gd name="adj2" fmla="val 81008"/>
              <a:gd name="adj3" fmla="val 148682"/>
              <a:gd name="adj4" fmla="val 7465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lv-LV" i="1" dirty="0" err="1">
                <a:solidFill>
                  <a:srgbClr val="FFFFFF"/>
                </a:solidFill>
              </a:rPr>
              <a:t>Iterator</a:t>
            </a:r>
            <a:r>
              <a:rPr lang="lv-LV" dirty="0">
                <a:solidFill>
                  <a:srgbClr val="FFFFFF"/>
                </a:solidFill>
              </a:rPr>
              <a:t> tipa mainīgo piesaista datu struktūrai, kuru nepieciešams caurstaigāt  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59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556792"/>
            <a:ext cx="8507288" cy="460851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public static void main(String[]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args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) {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Stack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steks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= new Stack();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steks.add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(1);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steks.add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(2);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steks.add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(3);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steks.add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(4);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int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x=(Integer)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steks.pop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();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System.out.println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(x*2);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Iterator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itr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=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steks.iterator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();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while(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itr.hasNext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()) {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    Object elements =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itr.next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();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   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System.out.print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(elements + " ");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}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    </a:t>
            </a:r>
            <a:r>
              <a:rPr lang="en-US" sz="1600" dirty="0" err="1">
                <a:latin typeface="Consolas" pitchFamily="49" charset="0"/>
                <a:ea typeface="Verdana" pitchFamily="34" charset="0"/>
                <a:cs typeface="Verdana" pitchFamily="34" charset="0"/>
              </a:rPr>
              <a:t>System.out.println</a:t>
            </a: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();</a:t>
            </a:r>
          </a:p>
          <a:p>
            <a:pPr marL="0" indent="0">
              <a:buFontTx/>
              <a:buNone/>
            </a:pPr>
            <a:r>
              <a:rPr lang="en-US" sz="1600" dirty="0">
                <a:latin typeface="Consolas" pitchFamily="49" charset="0"/>
                <a:ea typeface="Verdana" pitchFamily="34" charset="0"/>
                <a:cs typeface="Verdana" pitchFamily="34" charset="0"/>
              </a:rPr>
              <a:t>    }</a:t>
            </a:r>
          </a:p>
        </p:txBody>
      </p:sp>
      <p:sp>
        <p:nvSpPr>
          <p:cNvPr id="2457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BB66865-95EC-4B38-B69F-B02ADEA048EB}" type="slidenum">
              <a:rPr lang="ru-RU" smtClean="0">
                <a:solidFill>
                  <a:srgbClr val="000000"/>
                </a:solidFill>
                <a:latin typeface="Verdana" pitchFamily="34" charset="0"/>
                <a:cs typeface="Arial" charset="0"/>
              </a:rPr>
              <a:pPr/>
              <a:t>10</a:t>
            </a:fld>
            <a:endParaRPr lang="ru-RU">
              <a:solidFill>
                <a:srgbClr val="000000"/>
              </a:solidFill>
              <a:latin typeface="Verdana" pitchFamily="34" charset="0"/>
              <a:cs typeface="Arial" charset="0"/>
            </a:endParaRPr>
          </a:p>
        </p:txBody>
      </p:sp>
      <p:sp>
        <p:nvSpPr>
          <p:cNvPr id="24579" name="Title 3"/>
          <p:cNvSpPr>
            <a:spLocks noGrp="1"/>
          </p:cNvSpPr>
          <p:nvPr>
            <p:ph type="title"/>
          </p:nvPr>
        </p:nvSpPr>
        <p:spPr>
          <a:xfrm>
            <a:off x="457200" y="333375"/>
            <a:ext cx="5410944" cy="1079500"/>
          </a:xfrm>
        </p:spPr>
        <p:txBody>
          <a:bodyPr/>
          <a:lstStyle/>
          <a:p>
            <a:r>
              <a:rPr lang="lv-LV" dirty="0">
                <a:ea typeface="Verdana" pitchFamily="34" charset="0"/>
                <a:cs typeface="Verdana" pitchFamily="34" charset="0"/>
              </a:rPr>
              <a:t>Piemērs ar steku un </a:t>
            </a:r>
            <a:r>
              <a:rPr lang="lv-LV" dirty="0" err="1">
                <a:ea typeface="Verdana" pitchFamily="34" charset="0"/>
                <a:cs typeface="Verdana" pitchFamily="34" charset="0"/>
              </a:rPr>
              <a:t>iteratoru</a:t>
            </a:r>
            <a:endParaRPr lang="en-US" dirty="0"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766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FE5C3C-0CAE-4D71-8697-7B4C0747F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9" y="1588058"/>
            <a:ext cx="5648809" cy="48766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10944" cy="994122"/>
          </a:xfrm>
        </p:spPr>
        <p:txBody>
          <a:bodyPr/>
          <a:lstStyle/>
          <a:p>
            <a:r>
              <a:rPr lang="lv-LV" dirty="0" err="1"/>
              <a:t>TreeSet</a:t>
            </a:r>
            <a:r>
              <a:rPr lang="lv-LV" dirty="0"/>
              <a:t> – unikālu lielumu kopa, izkārtota binārā kokā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684B8-3F67-48B7-8150-CDA8B71ADAC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40556" y="4026393"/>
            <a:ext cx="30380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TreeSet</a:t>
            </a:r>
            <a:r>
              <a:rPr lang="en-US" dirty="0"/>
              <a:t> </a:t>
            </a:r>
            <a:r>
              <a:rPr lang="lv-LV" dirty="0"/>
              <a:t> var saturēt tikai unikālus elementus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v-LV" dirty="0"/>
              <a:t> tie tiks izvadīti sakārtotā secībā;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v-LV" dirty="0"/>
              <a:t> meklēšanas ātrums O(log</a:t>
            </a:r>
            <a:r>
              <a:rPr lang="lv-LV" baseline="-25000" dirty="0"/>
              <a:t>2</a:t>
            </a:r>
            <a:r>
              <a:rPr lang="lv-LV" dirty="0"/>
              <a:t>n)</a:t>
            </a:r>
          </a:p>
        </p:txBody>
      </p:sp>
      <p:graphicFrame>
        <p:nvGraphicFramePr>
          <p:cNvPr id="3" name="Shēma 2"/>
          <p:cNvGraphicFramePr/>
          <p:nvPr>
            <p:extLst>
              <p:ext uri="{D42A27DB-BD31-4B8C-83A1-F6EECF244321}">
                <p14:modId xmlns:p14="http://schemas.microsoft.com/office/powerpoint/2010/main" val="222754760"/>
              </p:ext>
            </p:extLst>
          </p:nvPr>
        </p:nvGraphicFramePr>
        <p:xfrm>
          <a:off x="5553339" y="755170"/>
          <a:ext cx="3528392" cy="3240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5126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EAEDC-ADE1-9C43-96F9-00CD8E927DA8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Verdan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err="1"/>
              <a:t>TreeSet</a:t>
            </a:r>
            <a:r>
              <a:rPr lang="lv-LV" dirty="0"/>
              <a:t> </a:t>
            </a:r>
            <a:r>
              <a:rPr lang="lv-LV" dirty="0" err="1"/>
              <a:t>vs</a:t>
            </a:r>
            <a:r>
              <a:rPr lang="lv-LV" dirty="0"/>
              <a:t> Set</a:t>
            </a:r>
          </a:p>
        </p:txBody>
      </p:sp>
      <p:sp>
        <p:nvSpPr>
          <p:cNvPr id="5" name="Taisnstūris 4"/>
          <p:cNvSpPr/>
          <p:nvPr/>
        </p:nvSpPr>
        <p:spPr>
          <a:xfrm>
            <a:off x="179512" y="1577116"/>
            <a:ext cx="86409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lv-LV" sz="2400" b="1" dirty="0"/>
              <a:t>Set</a:t>
            </a:r>
            <a:r>
              <a:rPr lang="lv-LV" sz="2400" dirty="0"/>
              <a:t> ir </a:t>
            </a:r>
            <a:r>
              <a:rPr lang="lv-LV" sz="2400" dirty="0" err="1"/>
              <a:t>saskarne</a:t>
            </a:r>
            <a:r>
              <a:rPr lang="lv-LV" sz="2400" dirty="0"/>
              <a:t>, to realizē ar kādu citu klasi. Atšķiras metodes.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8E705-87C5-4E3E-9864-FDFAA1BED4D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" y="2385583"/>
            <a:ext cx="3168352" cy="40834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9B4A2C-C9F8-4001-9512-80468B5259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87652" y="2421062"/>
            <a:ext cx="3384376" cy="40576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5643EE2-A4FF-4931-B4C5-B2F1ECDD41BB}"/>
              </a:ext>
            </a:extLst>
          </p:cNvPr>
          <p:cNvSpPr/>
          <p:nvPr/>
        </p:nvSpPr>
        <p:spPr>
          <a:xfrm>
            <a:off x="457200" y="2385582"/>
            <a:ext cx="3168352" cy="259713"/>
          </a:xfrm>
          <a:prstGeom prst="rect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F4B884-35D9-42A4-9251-62DC7CE2C740}"/>
              </a:ext>
            </a:extLst>
          </p:cNvPr>
          <p:cNvSpPr/>
          <p:nvPr/>
        </p:nvSpPr>
        <p:spPr>
          <a:xfrm>
            <a:off x="4497028" y="2385582"/>
            <a:ext cx="3375000" cy="259713"/>
          </a:xfrm>
          <a:prstGeom prst="rect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850685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10944" cy="994122"/>
          </a:xfrm>
        </p:spPr>
        <p:txBody>
          <a:bodyPr/>
          <a:lstStyle/>
          <a:p>
            <a:r>
              <a:rPr lang="lv-LV" dirty="0" err="1"/>
              <a:t>HashSet</a:t>
            </a:r>
            <a:r>
              <a:rPr lang="lv-LV" dirty="0"/>
              <a:t> – unikālu lielumu kopa, pieeja datiem O(1)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684B8-3F67-48B7-8150-CDA8B71ADAC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8183" y="2060848"/>
            <a:ext cx="29108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lv-LV" b="1" dirty="0" err="1"/>
              <a:t>Hash</a:t>
            </a:r>
            <a:r>
              <a:rPr lang="en-US" b="1" dirty="0"/>
              <a:t>Set</a:t>
            </a:r>
            <a:r>
              <a:rPr lang="en-US" dirty="0"/>
              <a:t> </a:t>
            </a:r>
            <a:r>
              <a:rPr lang="lv-LV" dirty="0"/>
              <a:t> lieto, lai ātri noskaidrotu vai mums tādi dati jau ir.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3A9013-7D95-48E9-A9EB-AAFE27338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38" y="1487418"/>
            <a:ext cx="5256584" cy="537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53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5CFA9B-D965-46DE-B8D0-BBB4B4B67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9" y="1484783"/>
            <a:ext cx="7821262" cy="503984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EAEDC-ADE1-9C43-96F9-00CD8E927DA8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Verdan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33375"/>
            <a:ext cx="5338763" cy="791369"/>
          </a:xfrm>
        </p:spPr>
        <p:txBody>
          <a:bodyPr/>
          <a:lstStyle/>
          <a:p>
            <a:r>
              <a:rPr lang="lv-LV" dirty="0" err="1"/>
              <a:t>HashMap</a:t>
            </a:r>
            <a:r>
              <a:rPr lang="lv-LV" dirty="0"/>
              <a:t> – </a:t>
            </a:r>
            <a:r>
              <a:rPr lang="lv-LV" sz="2400" dirty="0"/>
              <a:t>unikālu</a:t>
            </a:r>
            <a:r>
              <a:rPr lang="lv-LV" dirty="0"/>
              <a:t> </a:t>
            </a:r>
            <a:r>
              <a:rPr lang="lv-LV" sz="2400" dirty="0"/>
              <a:t>pāru kopa, piekļuve datiem O(1) </a:t>
            </a:r>
          </a:p>
        </p:txBody>
      </p:sp>
      <p:sp>
        <p:nvSpPr>
          <p:cNvPr id="5" name="Taisnstūris 4"/>
          <p:cNvSpPr/>
          <p:nvPr/>
        </p:nvSpPr>
        <p:spPr>
          <a:xfrm>
            <a:off x="2627784" y="4732483"/>
            <a:ext cx="5832648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lv-LV" sz="2000" b="1" dirty="0" err="1"/>
              <a:t>Map</a:t>
            </a:r>
            <a:r>
              <a:rPr lang="lv-LV" sz="2000" dirty="0"/>
              <a:t> nav </a:t>
            </a:r>
            <a:r>
              <a:rPr lang="lv-LV" sz="2000" dirty="0" err="1"/>
              <a:t>iterējama</a:t>
            </a:r>
            <a:r>
              <a:rPr lang="lv-LV" sz="2000" dirty="0"/>
              <a:t> datu struktūra! </a:t>
            </a:r>
          </a:p>
          <a:p>
            <a:r>
              <a:rPr lang="lv-LV" sz="2000" dirty="0"/>
              <a:t>Lai apstaigātu </a:t>
            </a:r>
            <a:r>
              <a:rPr lang="lv-LV" sz="2000" b="1" dirty="0" err="1"/>
              <a:t>Map</a:t>
            </a:r>
            <a:r>
              <a:rPr lang="lv-LV" sz="2000" dirty="0"/>
              <a:t>, vispirms jāiegūst tā elementu (</a:t>
            </a:r>
            <a:r>
              <a:rPr lang="lv-LV" sz="2000" b="1" dirty="0" err="1"/>
              <a:t>Map.Entry</a:t>
            </a:r>
            <a:r>
              <a:rPr lang="lv-LV" sz="2000" dirty="0"/>
              <a:t>) kopa (</a:t>
            </a:r>
            <a:r>
              <a:rPr lang="lv-LV" sz="2000" b="1" dirty="0"/>
              <a:t>Set</a:t>
            </a:r>
            <a:r>
              <a:rPr lang="lv-LV" sz="2000" dirty="0"/>
              <a:t>). </a:t>
            </a:r>
          </a:p>
          <a:p>
            <a:endParaRPr lang="lv-LV" sz="2000" dirty="0"/>
          </a:p>
          <a:p>
            <a:r>
              <a:rPr lang="lv-LV" sz="2000" dirty="0"/>
              <a:t>Piemērs - kā saskaitīt </a:t>
            </a:r>
            <a:r>
              <a:rPr lang="lv-LV" sz="2000" b="1" dirty="0"/>
              <a:t>n</a:t>
            </a:r>
            <a:r>
              <a:rPr lang="lv-LV" sz="2000" dirty="0"/>
              <a:t> pilsētas ar ātrumu </a:t>
            </a:r>
            <a:r>
              <a:rPr lang="lv-LV" sz="2000" b="1" dirty="0"/>
              <a:t>O(n).</a:t>
            </a:r>
          </a:p>
        </p:txBody>
      </p:sp>
    </p:spTree>
    <p:extLst>
      <p:ext uri="{BB962C8B-B14F-4D97-AF65-F5344CB8AC3E}">
        <p14:creationId xmlns:p14="http://schemas.microsoft.com/office/powerpoint/2010/main" val="3119960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50BFDF-2CDF-4265-94DB-9EB0F6DAE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1" y="1490392"/>
            <a:ext cx="7895877" cy="489135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EAEDC-ADE1-9C43-96F9-00CD8E927DA8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Verdan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2352" y="372732"/>
            <a:ext cx="5554960" cy="791369"/>
          </a:xfrm>
        </p:spPr>
        <p:txBody>
          <a:bodyPr/>
          <a:lstStyle/>
          <a:p>
            <a:r>
              <a:rPr lang="lv-LV" dirty="0" err="1"/>
              <a:t>TreeMap</a:t>
            </a:r>
            <a:r>
              <a:rPr lang="lv-LV" dirty="0"/>
              <a:t> – </a:t>
            </a:r>
            <a:r>
              <a:rPr lang="lv-LV" sz="2400" dirty="0"/>
              <a:t>unikālu</a:t>
            </a:r>
            <a:r>
              <a:rPr lang="lv-LV" dirty="0"/>
              <a:t> </a:t>
            </a:r>
            <a:r>
              <a:rPr lang="lv-LV" sz="2400" dirty="0"/>
              <a:t>pāru kopa kokā, piekļuve datiem O(log</a:t>
            </a:r>
            <a:r>
              <a:rPr lang="lv-LV" sz="2400" baseline="-25000" dirty="0"/>
              <a:t>2</a:t>
            </a:r>
            <a:r>
              <a:rPr lang="lv-LV" sz="2400" dirty="0"/>
              <a:t>n) </a:t>
            </a:r>
          </a:p>
        </p:txBody>
      </p:sp>
      <p:sp>
        <p:nvSpPr>
          <p:cNvPr id="5" name="Taisnstūris 4"/>
          <p:cNvSpPr/>
          <p:nvPr/>
        </p:nvSpPr>
        <p:spPr>
          <a:xfrm>
            <a:off x="2920988" y="4509120"/>
            <a:ext cx="5832648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lv-LV" sz="2000" dirty="0"/>
              <a:t>Piemērs - kā saskaitīt </a:t>
            </a:r>
            <a:r>
              <a:rPr lang="lv-LV" sz="2000" b="1" dirty="0"/>
              <a:t>n</a:t>
            </a:r>
            <a:r>
              <a:rPr lang="lv-LV" sz="2000" dirty="0"/>
              <a:t> pilsētas ar ātrumu  </a:t>
            </a:r>
            <a:r>
              <a:rPr lang="lv-LV" sz="2000" b="1" dirty="0"/>
              <a:t>O(log</a:t>
            </a:r>
            <a:r>
              <a:rPr lang="lv-LV" sz="2000" b="1" baseline="-25000" dirty="0"/>
              <a:t>2</a:t>
            </a:r>
            <a:r>
              <a:rPr lang="lv-LV" sz="2000" b="1" dirty="0"/>
              <a:t>n)</a:t>
            </a:r>
            <a:r>
              <a:rPr lang="lv-LV" sz="2000" dirty="0"/>
              <a:t>, pilsētu sarakstu izvadot alfabētiskā secībā.</a:t>
            </a:r>
          </a:p>
        </p:txBody>
      </p:sp>
    </p:spTree>
    <p:extLst>
      <p:ext uri="{BB962C8B-B14F-4D97-AF65-F5344CB8AC3E}">
        <p14:creationId xmlns:p14="http://schemas.microsoft.com/office/powerpoint/2010/main" val="2094618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tura vietturis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sz="2400" dirty="0"/>
              <a:t>No CodingBat.com </a:t>
            </a:r>
            <a:r>
              <a:rPr lang="lv-LV" sz="2400" b="1" dirty="0"/>
              <a:t>Map1</a:t>
            </a:r>
            <a:r>
              <a:rPr lang="lv-LV" sz="2400" dirty="0"/>
              <a:t> un </a:t>
            </a:r>
            <a:r>
              <a:rPr lang="lv-LV" sz="2400" b="1" dirty="0"/>
              <a:t>Map2</a:t>
            </a:r>
            <a:r>
              <a:rPr lang="lv-LV" sz="2400" dirty="0"/>
              <a:t>.</a:t>
            </a:r>
          </a:p>
          <a:p>
            <a:pPr marL="0" indent="0">
              <a:buNone/>
            </a:pPr>
            <a:endParaRPr lang="lv-LV" sz="2400" dirty="0"/>
          </a:p>
        </p:txBody>
      </p:sp>
      <p:sp>
        <p:nvSpPr>
          <p:cNvPr id="3" name="Slaida numura vietturis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EAEDC-ADE1-9C43-96F9-00CD8E927DA8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Verdan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sp>
        <p:nvSpPr>
          <p:cNvPr id="4" name="Virsrakst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Uzdevumi</a:t>
            </a:r>
          </a:p>
        </p:txBody>
      </p:sp>
    </p:spTree>
    <p:extLst>
      <p:ext uri="{BB962C8B-B14F-4D97-AF65-F5344CB8AC3E}">
        <p14:creationId xmlns:p14="http://schemas.microsoft.com/office/powerpoint/2010/main" val="4205297838"/>
      </p:ext>
    </p:extLst>
  </p:cSld>
  <p:clrMapOvr>
    <a:masterClrMapping/>
  </p:clrMapOvr>
</p:sld>
</file>

<file path=ppt/theme/theme1.xml><?xml version="1.0" encoding="utf-8"?>
<a:theme xmlns:a="http://schemas.openxmlformats.org/drawingml/2006/main" name="StartIT22">
  <a:themeElements>
    <a:clrScheme name="Starti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D4F48"/>
      </a:accent1>
      <a:accent2>
        <a:srgbClr val="7C7AB9"/>
      </a:accent2>
      <a:accent3>
        <a:srgbClr val="14ADB2"/>
      </a:accent3>
      <a:accent4>
        <a:srgbClr val="98A824"/>
      </a:accent4>
      <a:accent5>
        <a:srgbClr val="799499"/>
      </a:accent5>
      <a:accent6>
        <a:srgbClr val="5294F4"/>
      </a:accent6>
      <a:hlink>
        <a:srgbClr val="009999"/>
      </a:hlink>
      <a:folHlink>
        <a:srgbClr val="99CC00"/>
      </a:folHlink>
    </a:clrScheme>
    <a:fontScheme name="Default Design">
      <a:majorFont>
        <a:latin typeface="Consolas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E52A2488-2CEE-4F43-9AC1-23D2A225A4F8}" vid="{00ACAD91-3DF1-41CD-8FD6-14815AADA06E}"/>
    </a:ext>
  </a:extLst>
</a:theme>
</file>

<file path=ppt/theme/theme2.xml><?xml version="1.0" encoding="utf-8"?>
<a:theme xmlns:a="http://schemas.openxmlformats.org/drawingml/2006/main" name="1_StartIT22">
  <a:themeElements>
    <a:clrScheme name="Starti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D4F48"/>
      </a:accent1>
      <a:accent2>
        <a:srgbClr val="7C7AB9"/>
      </a:accent2>
      <a:accent3>
        <a:srgbClr val="14ADB2"/>
      </a:accent3>
      <a:accent4>
        <a:srgbClr val="98A824"/>
      </a:accent4>
      <a:accent5>
        <a:srgbClr val="799499"/>
      </a:accent5>
      <a:accent6>
        <a:srgbClr val="5294F4"/>
      </a:accent6>
      <a:hlink>
        <a:srgbClr val="009999"/>
      </a:hlink>
      <a:folHlink>
        <a:srgbClr val="99CC00"/>
      </a:folHlink>
    </a:clrScheme>
    <a:fontScheme name="Default Design">
      <a:majorFont>
        <a:latin typeface="Consolas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E52A2488-2CEE-4F43-9AC1-23D2A225A4F8}" vid="{00ACAD91-3DF1-41CD-8FD6-14815AADA06E}"/>
    </a:ext>
  </a:extLst>
</a:theme>
</file>

<file path=ppt/theme/theme3.xml><?xml version="1.0" encoding="utf-8"?>
<a:theme xmlns:a="http://schemas.openxmlformats.org/drawingml/2006/main" name="3_StartIT22">
  <a:themeElements>
    <a:clrScheme name="Starti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D4F48"/>
      </a:accent1>
      <a:accent2>
        <a:srgbClr val="7C7AB9"/>
      </a:accent2>
      <a:accent3>
        <a:srgbClr val="14ADB2"/>
      </a:accent3>
      <a:accent4>
        <a:srgbClr val="98A824"/>
      </a:accent4>
      <a:accent5>
        <a:srgbClr val="799499"/>
      </a:accent5>
      <a:accent6>
        <a:srgbClr val="5294F4"/>
      </a:accent6>
      <a:hlink>
        <a:srgbClr val="009999"/>
      </a:hlink>
      <a:folHlink>
        <a:srgbClr val="99CC00"/>
      </a:folHlink>
    </a:clrScheme>
    <a:fontScheme name="Default Design">
      <a:majorFont>
        <a:latin typeface="Consolas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E52A2488-2CEE-4F43-9AC1-23D2A225A4F8}" vid="{00ACAD91-3DF1-41CD-8FD6-14815AADA06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s" ma:contentTypeID="0x010100AB94DD966335104E85DDD614245D9BDE" ma:contentTypeVersion="4" ma:contentTypeDescription="Izveidot jaunu dokumentu." ma:contentTypeScope="" ma:versionID="a82a5c3d5f7229bc0f53284f652138a5">
  <xsd:schema xmlns:xsd="http://www.w3.org/2001/XMLSchema" xmlns:xs="http://www.w3.org/2001/XMLSchema" xmlns:p="http://schemas.microsoft.com/office/2006/metadata/properties" xmlns:ns2="c6bf8b7d-d664-4f50-9265-160caa87a073" targetNamespace="http://schemas.microsoft.com/office/2006/metadata/properties" ma:root="true" ma:fieldsID="68dbfc42020743a06fe541ea2a3ad740" ns2:_="">
    <xsd:import namespace="c6bf8b7d-d664-4f50-9265-160caa87a0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bf8b7d-d664-4f50-9265-160caa87a0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atura tips"/>
        <xsd:element ref="dc:title" minOccurs="0" maxOccurs="1" ma:index="4" ma:displayName="Virsrakst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72465F-4AE7-4302-9B10-75785F185506}"/>
</file>

<file path=customXml/itemProps2.xml><?xml version="1.0" encoding="utf-8"?>
<ds:datastoreItem xmlns:ds="http://schemas.openxmlformats.org/officeDocument/2006/customXml" ds:itemID="{EAD0DA57-FAEC-42E9-B5BC-7D9D0AB010F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D0D95AA-C350-40EF-96BA-7AA64E8913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760</Words>
  <Application>Microsoft Office PowerPoint</Application>
  <PresentationFormat>On-screen Show (4:3)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</vt:lpstr>
      <vt:lpstr>Consolas</vt:lpstr>
      <vt:lpstr>Verdana</vt:lpstr>
      <vt:lpstr>StartIT22</vt:lpstr>
      <vt:lpstr>1_StartIT22</vt:lpstr>
      <vt:lpstr>3_StartIT22</vt:lpstr>
      <vt:lpstr>Datu struktūras  vai kolekcijas </vt:lpstr>
      <vt:lpstr>Java Collections Framework</vt:lpstr>
      <vt:lpstr>Hierarchy of Collection  Framework </vt:lpstr>
      <vt:lpstr>List un Set</vt:lpstr>
      <vt:lpstr>Map un Queue</vt:lpstr>
      <vt:lpstr>Rinda, veidota no dinamiska saraksta - piemērs..</vt:lpstr>
      <vt:lpstr>Dinamisks saraksts ar masīva iezīmēm - ArrayList</vt:lpstr>
      <vt:lpstr>Darbības ar ArrayList – piemērs</vt:lpstr>
      <vt:lpstr>Iterator – klase dinamisku struktūru caurstaigāšanai </vt:lpstr>
      <vt:lpstr>Piemērs ar steku un iteratoru</vt:lpstr>
      <vt:lpstr>TreeSet – unikālu lielumu kopa, izkārtota binārā kokā</vt:lpstr>
      <vt:lpstr>TreeSet vs Set</vt:lpstr>
      <vt:lpstr>HashSet – unikālu lielumu kopa, pieeja datiem O(1)</vt:lpstr>
      <vt:lpstr>HashMap – unikālu pāru kopa, piekļuve datiem O(1) </vt:lpstr>
      <vt:lpstr>TreeMap – unikālu pāru kopa kokā, piekļuve datiem O(log2n) </vt:lpstr>
      <vt:lpstr>Uzdevumi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gatavās datu struktūras, algoritmi un komparatori Aija Lūse</dc:title>
  <dc:creator>Aija Lūse</dc:creator>
  <cp:lastModifiedBy>Aija Lūse</cp:lastModifiedBy>
  <cp:revision>54</cp:revision>
  <dcterms:created xsi:type="dcterms:W3CDTF">2016-03-02T06:04:19Z</dcterms:created>
  <dcterms:modified xsi:type="dcterms:W3CDTF">2024-01-31T07:04:18Z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0x010100AB94DD966335104E85DDD614245D9BDE</vt:lpwstr>
  </property>
</Properties>
</file>